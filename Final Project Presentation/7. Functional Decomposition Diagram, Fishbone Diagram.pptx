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X23EzWR6Q0mxNVtRRkGTRYJYn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RxFlow: Functional Decomposition Diagram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474720" y="1097280"/>
            <a:ext cx="2194560" cy="685800"/>
          </a:xfrm>
          <a:prstGeom prst="roundRect">
            <a:avLst>
              <a:gd fmla="val 13333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474720" y="10972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RxFlow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0" y="178308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1394460" y="2286000"/>
            <a:ext cx="635508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1394460" y="22860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685800" y="3108960"/>
            <a:ext cx="1417320" cy="685800"/>
          </a:xfrm>
          <a:prstGeom prst="roundRect">
            <a:avLst>
              <a:gd fmla="val 10667" name="adj"/>
            </a:avLst>
          </a:prstGeom>
          <a:solidFill>
            <a:srgbClr val="D6E4F0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5800" y="31089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01. Account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2983230" y="22860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2274570" y="3108960"/>
            <a:ext cx="1417320" cy="685800"/>
          </a:xfrm>
          <a:prstGeom prst="roundRect">
            <a:avLst>
              <a:gd fmla="val 10667" name="adj"/>
            </a:avLst>
          </a:prstGeom>
          <a:solidFill>
            <a:srgbClr val="D6E4F0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274570" y="31089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02. Patient &amp;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Prescriber Mgmt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1"/>
          <p:cNvCxnSpPr/>
          <p:nvPr/>
        </p:nvCxnSpPr>
        <p:spPr>
          <a:xfrm>
            <a:off x="4572000" y="22860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1"/>
          <p:cNvSpPr/>
          <p:nvPr/>
        </p:nvSpPr>
        <p:spPr>
          <a:xfrm>
            <a:off x="3863340" y="3108960"/>
            <a:ext cx="1417320" cy="685800"/>
          </a:xfrm>
          <a:prstGeom prst="roundRect">
            <a:avLst>
              <a:gd fmla="val 10667" name="adj"/>
            </a:avLst>
          </a:prstGeom>
          <a:solidFill>
            <a:srgbClr val="D6E4F0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863340" y="31089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03. Prescription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6160770" y="22860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5452110" y="3108960"/>
            <a:ext cx="1417320" cy="685800"/>
          </a:xfrm>
          <a:prstGeom prst="roundRect">
            <a:avLst>
              <a:gd fmla="val 10667" name="adj"/>
            </a:avLst>
          </a:prstGeom>
          <a:solidFill>
            <a:srgbClr val="D6E4F0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52110" y="31089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04. Inventory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7749540" y="22860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7040880" y="3108960"/>
            <a:ext cx="1417320" cy="685800"/>
          </a:xfrm>
          <a:prstGeom prst="roundRect">
            <a:avLst>
              <a:gd fmla="val 10667" name="adj"/>
            </a:avLst>
          </a:prstGeom>
          <a:solidFill>
            <a:srgbClr val="D6E4F0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040880" y="31089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05. Billing &amp;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093152" y="3794760"/>
            <a:ext cx="7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Siyi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5822055" y="3794760"/>
            <a:ext cx="7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410825" y="3794760"/>
            <a:ext cx="7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Hamza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2681922" y="3794760"/>
            <a:ext cx="61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Nidhi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4194300" y="3794760"/>
            <a:ext cx="86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Shivani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"/>
          <p:cNvGrpSpPr/>
          <p:nvPr/>
        </p:nvGrpSpPr>
        <p:grpSpPr>
          <a:xfrm>
            <a:off x="-52070" y="9525"/>
            <a:ext cx="9126113" cy="4379858"/>
            <a:chOff x="-302153" y="159462"/>
            <a:chExt cx="9126113" cy="4379858"/>
          </a:xfrm>
        </p:grpSpPr>
        <p:sp>
          <p:nvSpPr>
            <p:cNvPr id="47" name="Google Shape;47;p2"/>
            <p:cNvSpPr/>
            <p:nvPr/>
          </p:nvSpPr>
          <p:spPr>
            <a:xfrm>
              <a:off x="743090" y="159462"/>
              <a:ext cx="7632963" cy="261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2200"/>
                <a:buFont typeface="Calibri"/>
                <a:buNone/>
              </a:pPr>
              <a:r>
                <a:rPr b="0" i="0" lang="en-US" sz="22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RxFlow: Fish Bone Diagram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818120" y="2320302"/>
              <a:ext cx="1005840" cy="457200"/>
            </a:xfrm>
            <a:prstGeom prst="rect">
              <a:avLst/>
            </a:prstGeom>
            <a:solidFill>
              <a:srgbClr val="4472C4"/>
            </a:solidFill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773777" y="2303857"/>
              <a:ext cx="1005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RxFlow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" name="Google Shape;50;p2"/>
            <p:cNvCxnSpPr/>
            <p:nvPr/>
          </p:nvCxnSpPr>
          <p:spPr>
            <a:xfrm>
              <a:off x="274320" y="2560320"/>
              <a:ext cx="7587087" cy="0"/>
            </a:xfrm>
            <a:prstGeom prst="straightConnector1">
              <a:avLst/>
            </a:prstGeom>
            <a:noFill/>
            <a:ln cap="flat" cmpd="sng" w="3175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" name="Google Shape;51;p2"/>
            <p:cNvCxnSpPr/>
            <p:nvPr/>
          </p:nvCxnSpPr>
          <p:spPr>
            <a:xfrm>
              <a:off x="7720818" y="2498910"/>
              <a:ext cx="109728" cy="73152"/>
            </a:xfrm>
            <a:prstGeom prst="straightConnector1">
              <a:avLst/>
            </a:prstGeom>
            <a:noFill/>
            <a:ln cap="flat" cmpd="sng" w="254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" name="Google Shape;52;p2"/>
            <p:cNvCxnSpPr/>
            <p:nvPr/>
          </p:nvCxnSpPr>
          <p:spPr>
            <a:xfrm flipH="1" rot="10800000">
              <a:off x="7720818" y="2556551"/>
              <a:ext cx="109728" cy="73152"/>
            </a:xfrm>
            <a:prstGeom prst="straightConnector1">
              <a:avLst/>
            </a:prstGeom>
            <a:noFill/>
            <a:ln cap="flat" cmpd="sng" w="254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" name="Google Shape;53;p2"/>
            <p:cNvSpPr/>
            <p:nvPr/>
          </p:nvSpPr>
          <p:spPr>
            <a:xfrm>
              <a:off x="500227" y="536316"/>
              <a:ext cx="1828800" cy="320040"/>
            </a:xfrm>
            <a:prstGeom prst="rect">
              <a:avLst/>
            </a:prstGeom>
            <a:solidFill>
              <a:srgbClr val="D6E4F0"/>
            </a:solidFill>
            <a:ln cap="flat" cmpd="sng" w="152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13562" y="536316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1. Account Management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" name="Google Shape;55;p2"/>
            <p:cNvCxnSpPr/>
            <p:nvPr/>
          </p:nvCxnSpPr>
          <p:spPr>
            <a:xfrm rot="10800000">
              <a:off x="1190573" y="871932"/>
              <a:ext cx="281463" cy="1664970"/>
            </a:xfrm>
            <a:prstGeom prst="straightConnector1">
              <a:avLst/>
            </a:prstGeom>
            <a:noFill/>
            <a:ln cap="flat" cmpd="sng" w="2285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" name="Google Shape;56;p2"/>
            <p:cNvSpPr/>
            <p:nvPr/>
          </p:nvSpPr>
          <p:spPr>
            <a:xfrm>
              <a:off x="333907" y="2211445"/>
              <a:ext cx="655905" cy="1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Update Profile</a:t>
              </a:r>
              <a:endPara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669529" y="1900928"/>
              <a:ext cx="765900" cy="1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Reset Password</a:t>
              </a:r>
              <a:endPara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25933" y="1613276"/>
              <a:ext cx="380999" cy="13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Log Out</a:t>
              </a:r>
              <a:endPara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680304" y="1383150"/>
              <a:ext cx="440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Log In</a:t>
              </a:r>
              <a:endPara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302153" y="1060729"/>
              <a:ext cx="1280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200400" y="545592"/>
              <a:ext cx="1828800" cy="320040"/>
            </a:xfrm>
            <a:prstGeom prst="rect">
              <a:avLst/>
            </a:prstGeom>
            <a:solidFill>
              <a:srgbClr val="D6E4F0"/>
            </a:solidFill>
            <a:ln cap="flat" cmpd="sng" w="152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188208" y="539496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2. Patient &amp; Prescriber Mgmt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3" name="Google Shape;63;p2"/>
            <p:cNvCxnSpPr/>
            <p:nvPr/>
          </p:nvCxnSpPr>
          <p:spPr>
            <a:xfrm rot="10800000">
              <a:off x="3949807" y="864312"/>
              <a:ext cx="354647" cy="1704975"/>
            </a:xfrm>
            <a:prstGeom prst="straightConnector1">
              <a:avLst/>
            </a:prstGeom>
            <a:noFill/>
            <a:ln cap="flat" cmpd="sng" w="2285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" name="Google Shape;64;p2"/>
            <p:cNvSpPr/>
            <p:nvPr/>
          </p:nvSpPr>
          <p:spPr>
            <a:xfrm>
              <a:off x="2339332" y="2157984"/>
              <a:ext cx="1280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663440" y="188366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378202" y="1606219"/>
              <a:ext cx="1280160" cy="215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Update Patient Profile</a:t>
              </a:r>
              <a:endPara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663440" y="133502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328672" y="114833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Create Patient Profile</a:t>
              </a:r>
              <a:endPara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69280" y="539496"/>
              <a:ext cx="1828800" cy="320040"/>
            </a:xfrm>
            <a:prstGeom prst="rect">
              <a:avLst/>
            </a:prstGeom>
            <a:solidFill>
              <a:srgbClr val="D6E4F0"/>
            </a:solidFill>
            <a:ln cap="flat" cmpd="sng" w="152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669280" y="533400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3. Prescription Processing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" name="Google Shape;71;p2"/>
            <p:cNvCxnSpPr/>
            <p:nvPr/>
          </p:nvCxnSpPr>
          <p:spPr>
            <a:xfrm rot="10800000">
              <a:off x="6306927" y="856185"/>
              <a:ext cx="431636" cy="1696463"/>
            </a:xfrm>
            <a:prstGeom prst="straightConnector1">
              <a:avLst/>
            </a:prstGeom>
            <a:noFill/>
            <a:ln cap="flat" cmpd="sng" w="2285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2"/>
            <p:cNvSpPr/>
            <p:nvPr/>
          </p:nvSpPr>
          <p:spPr>
            <a:xfrm>
              <a:off x="4782312" y="215798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7132320" y="188366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782312" y="1609344"/>
              <a:ext cx="1280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132320" y="133502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846337" y="1060704"/>
              <a:ext cx="12801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967337" y="4213937"/>
              <a:ext cx="1828800" cy="320040"/>
            </a:xfrm>
            <a:prstGeom prst="rect">
              <a:avLst/>
            </a:prstGeom>
            <a:solidFill>
              <a:srgbClr val="D6E4F0"/>
            </a:solidFill>
            <a:ln cap="flat" cmpd="sng" w="152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952097" y="4192347"/>
              <a:ext cx="1828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4. Inventory Management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" name="Google Shape;79;p2"/>
            <p:cNvCxnSpPr/>
            <p:nvPr/>
          </p:nvCxnSpPr>
          <p:spPr>
            <a:xfrm>
              <a:off x="2411837" y="2568017"/>
              <a:ext cx="481176" cy="1644858"/>
            </a:xfrm>
            <a:prstGeom prst="straightConnector1">
              <a:avLst/>
            </a:prstGeom>
            <a:noFill/>
            <a:ln cap="flat" cmpd="sng" w="2285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" name="Google Shape;80;p2"/>
            <p:cNvSpPr/>
            <p:nvPr/>
          </p:nvSpPr>
          <p:spPr>
            <a:xfrm>
              <a:off x="941832" y="270662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291840" y="298094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941832" y="325526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91840" y="352958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941832" y="380390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777212" y="4219280"/>
              <a:ext cx="1828800" cy="320040"/>
            </a:xfrm>
            <a:prstGeom prst="rect">
              <a:avLst/>
            </a:prstGeom>
            <a:solidFill>
              <a:srgbClr val="D6E4F0"/>
            </a:solidFill>
            <a:ln cap="flat" cmpd="sng" w="152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572000" y="4206240"/>
              <a:ext cx="2055602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5. Billing &amp; Payments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" name="Google Shape;87;p2"/>
            <p:cNvCxnSpPr/>
            <p:nvPr/>
          </p:nvCxnSpPr>
          <p:spPr>
            <a:xfrm>
              <a:off x="5180437" y="2568076"/>
              <a:ext cx="431301" cy="1649999"/>
            </a:xfrm>
            <a:prstGeom prst="straightConnector1">
              <a:avLst/>
            </a:prstGeom>
            <a:noFill/>
            <a:ln cap="flat" cmpd="sng" w="2285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" name="Google Shape;88;p2"/>
            <p:cNvSpPr/>
            <p:nvPr/>
          </p:nvSpPr>
          <p:spPr>
            <a:xfrm>
              <a:off x="3685032" y="270662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035040" y="298094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685032" y="325526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035040" y="352958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685032" y="3803904"/>
              <a:ext cx="128016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3" name="Google Shape;93;p2"/>
          <p:cNvCxnSpPr/>
          <p:nvPr/>
        </p:nvCxnSpPr>
        <p:spPr>
          <a:xfrm>
            <a:off x="1184910" y="1043940"/>
            <a:ext cx="31242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2"/>
          <p:cNvSpPr/>
          <p:nvPr/>
        </p:nvSpPr>
        <p:spPr>
          <a:xfrm>
            <a:off x="251460" y="920829"/>
            <a:ext cx="765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Sign</a:t>
            </a:r>
            <a:r>
              <a:rPr b="0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endParaRPr b="0" i="0" sz="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2"/>
          <p:cNvCxnSpPr/>
          <p:nvPr/>
        </p:nvCxnSpPr>
        <p:spPr>
          <a:xfrm rot="10800000">
            <a:off x="1552600" y="1320050"/>
            <a:ext cx="364800" cy="18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2"/>
          <p:cNvCxnSpPr/>
          <p:nvPr/>
        </p:nvCxnSpPr>
        <p:spPr>
          <a:xfrm>
            <a:off x="1234440" y="1554480"/>
            <a:ext cx="34544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2"/>
          <p:cNvCxnSpPr/>
          <p:nvPr/>
        </p:nvCxnSpPr>
        <p:spPr>
          <a:xfrm rot="10800000">
            <a:off x="1625650" y="1843975"/>
            <a:ext cx="343500" cy="57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2"/>
          <p:cNvCxnSpPr/>
          <p:nvPr/>
        </p:nvCxnSpPr>
        <p:spPr>
          <a:xfrm>
            <a:off x="1263967" y="2153920"/>
            <a:ext cx="42164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2"/>
          <p:cNvSpPr txBox="1"/>
          <p:nvPr/>
        </p:nvSpPr>
        <p:spPr>
          <a:xfrm>
            <a:off x="2778443" y="1938476"/>
            <a:ext cx="162401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Search Patient Records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4743450" y="1150888"/>
            <a:ext cx="107061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Create Prescriber Profile</a:t>
            </a:r>
            <a:endParaRPr/>
          </a:p>
        </p:txBody>
      </p:sp>
      <p:cxnSp>
        <p:nvCxnSpPr>
          <p:cNvPr id="101" name="Google Shape;101;p2"/>
          <p:cNvCxnSpPr/>
          <p:nvPr/>
        </p:nvCxnSpPr>
        <p:spPr>
          <a:xfrm>
            <a:off x="3970020" y="1123950"/>
            <a:ext cx="31623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2"/>
          <p:cNvCxnSpPr/>
          <p:nvPr/>
        </p:nvCxnSpPr>
        <p:spPr>
          <a:xfrm flipH="1" rot="10800000">
            <a:off x="4030980" y="1554480"/>
            <a:ext cx="340360" cy="654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2"/>
          <p:cNvCxnSpPr/>
          <p:nvPr/>
        </p:nvCxnSpPr>
        <p:spPr>
          <a:xfrm>
            <a:off x="4030980" y="2046198"/>
            <a:ext cx="43434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2"/>
          <p:cNvCxnSpPr/>
          <p:nvPr/>
        </p:nvCxnSpPr>
        <p:spPr>
          <a:xfrm flipH="1">
            <a:off x="4312920" y="1291589"/>
            <a:ext cx="371475" cy="1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2"/>
          <p:cNvSpPr txBox="1"/>
          <p:nvPr/>
        </p:nvSpPr>
        <p:spPr>
          <a:xfrm>
            <a:off x="4684395" y="1723032"/>
            <a:ext cx="159067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Update Insurance Information</a:t>
            </a:r>
            <a:endParaRPr/>
          </a:p>
        </p:txBody>
      </p:sp>
      <p:cxnSp>
        <p:nvCxnSpPr>
          <p:cNvPr id="106" name="Google Shape;106;p2"/>
          <p:cNvCxnSpPr>
            <a:stCxn id="105" idx="1"/>
          </p:cNvCxnSpPr>
          <p:nvPr/>
        </p:nvCxnSpPr>
        <p:spPr>
          <a:xfrm rot="10800000">
            <a:off x="4424595" y="1825354"/>
            <a:ext cx="259800" cy="54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2"/>
          <p:cNvSpPr txBox="1"/>
          <p:nvPr/>
        </p:nvSpPr>
        <p:spPr>
          <a:xfrm>
            <a:off x="5128975" y="800207"/>
            <a:ext cx="133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Receive Prescription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105650" y="1003475"/>
            <a:ext cx="103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Enter Prescription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5361663" y="1321845"/>
            <a:ext cx="11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Verify Prescription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124700" y="1517715"/>
            <a:ext cx="14020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Approve Prescription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5589270" y="1955590"/>
            <a:ext cx="101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Complete Pickup</a:t>
            </a:r>
            <a:endParaRPr/>
          </a:p>
        </p:txBody>
      </p:sp>
      <p:cxnSp>
        <p:nvCxnSpPr>
          <p:cNvPr id="112" name="Google Shape;112;p2"/>
          <p:cNvCxnSpPr>
            <a:stCxn id="108" idx="1"/>
          </p:cNvCxnSpPr>
          <p:nvPr/>
        </p:nvCxnSpPr>
        <p:spPr>
          <a:xfrm flipH="1">
            <a:off x="6649650" y="1111175"/>
            <a:ext cx="456000" cy="129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6295075" y="1443719"/>
            <a:ext cx="435000" cy="30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2"/>
          <p:cNvCxnSpPr>
            <a:stCxn id="110" idx="1"/>
          </p:cNvCxnSpPr>
          <p:nvPr/>
        </p:nvCxnSpPr>
        <p:spPr>
          <a:xfrm flipH="1">
            <a:off x="6786900" y="1625437"/>
            <a:ext cx="337800" cy="18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2"/>
          <p:cNvCxnSpPr/>
          <p:nvPr/>
        </p:nvCxnSpPr>
        <p:spPr>
          <a:xfrm>
            <a:off x="6500400" y="2078400"/>
            <a:ext cx="37590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2"/>
          <p:cNvSpPr txBox="1"/>
          <p:nvPr/>
        </p:nvSpPr>
        <p:spPr>
          <a:xfrm>
            <a:off x="952500" y="2602686"/>
            <a:ext cx="13462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Add Drug Inventory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222747" y="2823460"/>
            <a:ext cx="106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Update Stock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078200" y="3080375"/>
            <a:ext cx="101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Track Lot Number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3442312" y="3359375"/>
            <a:ext cx="11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Track Expiration Date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273600" y="3558025"/>
            <a:ext cx="92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Generate Low  Stock Alert</a:t>
            </a:r>
            <a:endParaRPr/>
          </a:p>
        </p:txBody>
      </p:sp>
      <p:cxnSp>
        <p:nvCxnSpPr>
          <p:cNvPr id="121" name="Google Shape;121;p2"/>
          <p:cNvCxnSpPr/>
          <p:nvPr/>
        </p:nvCxnSpPr>
        <p:spPr>
          <a:xfrm>
            <a:off x="1866900" y="2710408"/>
            <a:ext cx="87122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2"/>
          <p:cNvCxnSpPr/>
          <p:nvPr/>
        </p:nvCxnSpPr>
        <p:spPr>
          <a:xfrm flipH="1" rot="10800000">
            <a:off x="2095500" y="3180080"/>
            <a:ext cx="787400" cy="1778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2"/>
          <p:cNvCxnSpPr>
            <a:stCxn id="119" idx="1"/>
          </p:cNvCxnSpPr>
          <p:nvPr/>
        </p:nvCxnSpPr>
        <p:spPr>
          <a:xfrm rot="10800000">
            <a:off x="3026212" y="3528725"/>
            <a:ext cx="41610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2"/>
          <p:cNvCxnSpPr/>
          <p:nvPr/>
        </p:nvCxnSpPr>
        <p:spPr>
          <a:xfrm>
            <a:off x="2189480" y="3698240"/>
            <a:ext cx="83566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" name="Google Shape;125;p2"/>
          <p:cNvSpPr txBox="1"/>
          <p:nvPr/>
        </p:nvSpPr>
        <p:spPr>
          <a:xfrm>
            <a:off x="6209981" y="2711615"/>
            <a:ext cx="16408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Generate Invoice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3978025" y="2999700"/>
            <a:ext cx="9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Record Payment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223635" y="3201768"/>
            <a:ext cx="18021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Verify Payment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4610075" y="3467075"/>
            <a:ext cx="87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Apply Discount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209981" y="3667461"/>
            <a:ext cx="211407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Generate Billing Report</a:t>
            </a:r>
            <a:endParaRPr/>
          </a:p>
        </p:txBody>
      </p:sp>
      <p:cxnSp>
        <p:nvCxnSpPr>
          <p:cNvPr id="130" name="Google Shape;130;p2"/>
          <p:cNvCxnSpPr/>
          <p:nvPr/>
        </p:nvCxnSpPr>
        <p:spPr>
          <a:xfrm rot="10800000">
            <a:off x="5532120" y="2818047"/>
            <a:ext cx="61722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2"/>
          <p:cNvCxnSpPr>
            <a:stCxn id="126" idx="3"/>
          </p:cNvCxnSpPr>
          <p:nvPr/>
        </p:nvCxnSpPr>
        <p:spPr>
          <a:xfrm flipH="1" rot="10800000">
            <a:off x="4943725" y="3099600"/>
            <a:ext cx="660900" cy="78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2"/>
          <p:cNvCxnSpPr>
            <a:stCxn id="127" idx="1"/>
          </p:cNvCxnSpPr>
          <p:nvPr/>
        </p:nvCxnSpPr>
        <p:spPr>
          <a:xfrm rot="10800000">
            <a:off x="5650335" y="3309490"/>
            <a:ext cx="57330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2"/>
          <p:cNvCxnSpPr/>
          <p:nvPr/>
        </p:nvCxnSpPr>
        <p:spPr>
          <a:xfrm flipH="1" rot="10800000">
            <a:off x="5393850" y="3561200"/>
            <a:ext cx="336900" cy="150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" name="Google Shape;134;p2"/>
          <p:cNvCxnSpPr>
            <a:stCxn id="129" idx="1"/>
          </p:cNvCxnSpPr>
          <p:nvPr/>
        </p:nvCxnSpPr>
        <p:spPr>
          <a:xfrm rot="10800000">
            <a:off x="5783681" y="3775183"/>
            <a:ext cx="42630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p2"/>
          <p:cNvCxnSpPr/>
          <p:nvPr/>
        </p:nvCxnSpPr>
        <p:spPr>
          <a:xfrm>
            <a:off x="6191550" y="907900"/>
            <a:ext cx="41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"/>
          <p:cNvCxnSpPr/>
          <p:nvPr/>
        </p:nvCxnSpPr>
        <p:spPr>
          <a:xfrm flipH="1">
            <a:off x="2828375" y="2940525"/>
            <a:ext cx="472800" cy="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2026-02-27T02:32:10Z</dcterms:created>
  <dc:creator>Niki</dc:creator>
</cp:coreProperties>
</file>