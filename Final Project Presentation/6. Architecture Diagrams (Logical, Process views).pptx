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iOGm3hX+xD6rzoe+HdjvHgM9lq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048000" y="0"/>
            <a:ext cx="6096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Application: RxFlow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Type: Application Architecture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View: Logical View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Style: Layered Architecture Pattern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232" y="2528854"/>
            <a:ext cx="924982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232" y="4637555"/>
            <a:ext cx="924982" cy="9048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60400" y="3433729"/>
            <a:ext cx="13266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Pharmacy Staff &amp;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Pharmacists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-3" y="5462059"/>
            <a:ext cx="144744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Pharmacy Admin &amp;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Owners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419521" y="1204281"/>
            <a:ext cx="608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960266" y="1217837"/>
            <a:ext cx="1572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Channels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361711" y="1222266"/>
            <a:ext cx="2003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Core Business Processes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332859" y="1219788"/>
            <a:ext cx="1837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And Information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994944" y="1211785"/>
            <a:ext cx="1715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Enablers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1"/>
          <p:cNvCxnSpPr/>
          <p:nvPr/>
        </p:nvCxnSpPr>
        <p:spPr>
          <a:xfrm>
            <a:off x="2056118" y="1519811"/>
            <a:ext cx="13173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5" name="Google Shape;95;p1"/>
          <p:cNvCxnSpPr/>
          <p:nvPr/>
        </p:nvCxnSpPr>
        <p:spPr>
          <a:xfrm>
            <a:off x="7336909" y="1496485"/>
            <a:ext cx="1829100" cy="5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6" name="Google Shape;96;p1"/>
          <p:cNvCxnSpPr/>
          <p:nvPr/>
        </p:nvCxnSpPr>
        <p:spPr>
          <a:xfrm>
            <a:off x="4444661" y="1518761"/>
            <a:ext cx="1837200" cy="2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97" name="Google Shape;97;p1"/>
          <p:cNvCxnSpPr/>
          <p:nvPr/>
        </p:nvCxnSpPr>
        <p:spPr>
          <a:xfrm flipH="1" rot="10800000">
            <a:off x="316021" y="1502537"/>
            <a:ext cx="815400" cy="75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98" name="Google Shape;98;p1"/>
          <p:cNvSpPr/>
          <p:nvPr/>
        </p:nvSpPr>
        <p:spPr>
          <a:xfrm>
            <a:off x="2093533" y="3691801"/>
            <a:ext cx="1464733" cy="90487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Web Browser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(React Web Application)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" name="Google Shape;99;p1"/>
          <p:cNvCxnSpPr>
            <a:stCxn id="85" idx="3"/>
            <a:endCxn id="98" idx="1"/>
          </p:cNvCxnSpPr>
          <p:nvPr/>
        </p:nvCxnSpPr>
        <p:spPr>
          <a:xfrm>
            <a:off x="1186214" y="2981292"/>
            <a:ext cx="907200" cy="1162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00" name="Google Shape;100;p1"/>
          <p:cNvCxnSpPr>
            <a:stCxn id="86" idx="3"/>
            <a:endCxn id="98" idx="1"/>
          </p:cNvCxnSpPr>
          <p:nvPr/>
        </p:nvCxnSpPr>
        <p:spPr>
          <a:xfrm flipH="1" rot="10800000">
            <a:off x="1186214" y="4144093"/>
            <a:ext cx="907200" cy="945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01" name="Google Shape;101;p1"/>
          <p:cNvSpPr/>
          <p:nvPr/>
        </p:nvSpPr>
        <p:spPr>
          <a:xfrm>
            <a:off x="3977664" y="1615164"/>
            <a:ext cx="2773185" cy="505814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4185713" y="1821550"/>
            <a:ext cx="2408700" cy="34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0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725" lIns="99450" spcFirstLastPara="1" rIns="99450" wrap="square" tIns="4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User &amp; Role Management</a:t>
            </a:r>
            <a:endParaRPr sz="1522"/>
          </a:p>
        </p:txBody>
      </p:sp>
      <p:sp>
        <p:nvSpPr>
          <p:cNvPr id="103" name="Google Shape;103;p1"/>
          <p:cNvSpPr/>
          <p:nvPr/>
        </p:nvSpPr>
        <p:spPr>
          <a:xfrm>
            <a:off x="4185713" y="2310555"/>
            <a:ext cx="2408700" cy="34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0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725" lIns="99450" spcFirstLastPara="1" rIns="99450" wrap="square" tIns="4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Prescription Workflow Management</a:t>
            </a:r>
            <a:endParaRPr sz="1522"/>
          </a:p>
        </p:txBody>
      </p:sp>
      <p:sp>
        <p:nvSpPr>
          <p:cNvPr id="104" name="Google Shape;104;p1"/>
          <p:cNvSpPr/>
          <p:nvPr/>
        </p:nvSpPr>
        <p:spPr>
          <a:xfrm>
            <a:off x="4185713" y="2794343"/>
            <a:ext cx="2408700" cy="34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0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725" lIns="99450" spcFirstLastPara="1" rIns="99450" wrap="square" tIns="4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Patient &amp; Prescriber Management</a:t>
            </a:r>
            <a:endParaRPr sz="1522"/>
          </a:p>
        </p:txBody>
      </p:sp>
      <p:sp>
        <p:nvSpPr>
          <p:cNvPr id="105" name="Google Shape;105;p1"/>
          <p:cNvSpPr/>
          <p:nvPr/>
        </p:nvSpPr>
        <p:spPr>
          <a:xfrm>
            <a:off x="4185713" y="3284758"/>
            <a:ext cx="2408700" cy="34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0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725" lIns="99450" spcFirstLastPara="1" rIns="99450" wrap="square" tIns="4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Inventory Management</a:t>
            </a:r>
            <a:endParaRPr sz="1522"/>
          </a:p>
        </p:txBody>
      </p:sp>
      <p:sp>
        <p:nvSpPr>
          <p:cNvPr id="106" name="Google Shape;106;p1"/>
          <p:cNvSpPr/>
          <p:nvPr/>
        </p:nvSpPr>
        <p:spPr>
          <a:xfrm>
            <a:off x="4185713" y="3775174"/>
            <a:ext cx="2408700" cy="34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0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725" lIns="99450" spcFirstLastPara="1" rIns="99450" wrap="square" tIns="4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Drug Catalog Integration</a:t>
            </a:r>
            <a:endParaRPr sz="1522"/>
          </a:p>
        </p:txBody>
      </p:sp>
      <p:sp>
        <p:nvSpPr>
          <p:cNvPr id="107" name="Google Shape;107;p1"/>
          <p:cNvSpPr/>
          <p:nvPr/>
        </p:nvSpPr>
        <p:spPr>
          <a:xfrm>
            <a:off x="4188461" y="4265589"/>
            <a:ext cx="2408700" cy="34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0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725" lIns="99450" spcFirstLastPara="1" rIns="99450" wrap="square" tIns="4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eRx Integration (FHIR)</a:t>
            </a:r>
            <a:endParaRPr sz="1522"/>
          </a:p>
        </p:txBody>
      </p:sp>
      <p:sp>
        <p:nvSpPr>
          <p:cNvPr id="108" name="Google Shape;108;p1"/>
          <p:cNvSpPr/>
          <p:nvPr/>
        </p:nvSpPr>
        <p:spPr>
          <a:xfrm>
            <a:off x="4188461" y="4754098"/>
            <a:ext cx="2408700" cy="34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0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725" lIns="99450" spcFirstLastPara="1" rIns="99450" wrap="square" tIns="4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Audit &amp; Logging</a:t>
            </a:r>
            <a:endParaRPr sz="1522"/>
          </a:p>
        </p:txBody>
      </p:sp>
      <p:sp>
        <p:nvSpPr>
          <p:cNvPr id="109" name="Google Shape;109;p1"/>
          <p:cNvSpPr/>
          <p:nvPr/>
        </p:nvSpPr>
        <p:spPr>
          <a:xfrm>
            <a:off x="4188461" y="5242607"/>
            <a:ext cx="2408700" cy="34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0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725" lIns="99450" spcFirstLastPara="1" rIns="99450" wrap="square" tIns="4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Reporting &amp; Dashboard</a:t>
            </a:r>
            <a:endParaRPr b="0" i="0" sz="130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4188461" y="5731115"/>
            <a:ext cx="2408700" cy="34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0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725" lIns="99450" spcFirstLastPara="1" rIns="99450" wrap="square" tIns="4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Billing &amp; Subscription</a:t>
            </a:r>
            <a:endParaRPr b="1" i="0" sz="130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188461" y="6219624"/>
            <a:ext cx="2408700" cy="345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07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9725" lIns="99450" spcFirstLastPara="1" rIns="99450" wrap="square" tIns="497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Advertising Module</a:t>
            </a:r>
            <a:endParaRPr sz="1522"/>
          </a:p>
        </p:txBody>
      </p:sp>
      <p:sp>
        <p:nvSpPr>
          <p:cNvPr id="112" name="Google Shape;112;p1"/>
          <p:cNvSpPr/>
          <p:nvPr/>
        </p:nvSpPr>
        <p:spPr>
          <a:xfrm>
            <a:off x="7144708" y="1615164"/>
            <a:ext cx="2223267" cy="505244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332859" y="2040131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Users Data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332859" y="2658552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Patients Data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7339766" y="3276973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Prescription Data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339766" y="3895394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Inventory Data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332859" y="4513815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Drug Catalog Data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7332859" y="5132236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Audit Log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7339766" y="5748030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Billing Data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Google Shape;120;p1"/>
          <p:cNvCxnSpPr/>
          <p:nvPr/>
        </p:nvCxnSpPr>
        <p:spPr>
          <a:xfrm>
            <a:off x="9994944" y="1504488"/>
            <a:ext cx="1715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21" name="Google Shape;121;p1"/>
          <p:cNvSpPr/>
          <p:nvPr/>
        </p:nvSpPr>
        <p:spPr>
          <a:xfrm>
            <a:off x="9707501" y="1610472"/>
            <a:ext cx="2223267" cy="505244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9877494" y="2076605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React.js / NodeJS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9877494" y="2697577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PostgresSQL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/>
          <p:nvPr/>
        </p:nvSpPr>
        <p:spPr>
          <a:xfrm>
            <a:off x="9877494" y="3313354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Cloud Hosting - AWS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9877494" y="3930677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GitHub CI/CD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9877494" y="4549098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OpenFDA API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9877494" y="5170070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HAPI FHIR Server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9877494" y="5791042"/>
            <a:ext cx="1833150" cy="482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Payment Gateway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" name="Google Shape;129;p1"/>
          <p:cNvCxnSpPr>
            <a:stCxn id="112" idx="3"/>
            <a:endCxn id="121" idx="1"/>
          </p:cNvCxnSpPr>
          <p:nvPr/>
        </p:nvCxnSpPr>
        <p:spPr>
          <a:xfrm flipH="1" rot="10800000">
            <a:off x="9367975" y="4136586"/>
            <a:ext cx="339600" cy="4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0" name="Google Shape;130;p1"/>
          <p:cNvCxnSpPr>
            <a:stCxn id="98" idx="3"/>
            <a:endCxn id="101" idx="1"/>
          </p:cNvCxnSpPr>
          <p:nvPr/>
        </p:nvCxnSpPr>
        <p:spPr>
          <a:xfrm>
            <a:off x="3558266" y="4144239"/>
            <a:ext cx="419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131" name="Google Shape;131;p1"/>
          <p:cNvCxnSpPr>
            <a:stCxn id="101" idx="3"/>
            <a:endCxn id="112" idx="1"/>
          </p:cNvCxnSpPr>
          <p:nvPr/>
        </p:nvCxnSpPr>
        <p:spPr>
          <a:xfrm flipH="1" rot="10800000">
            <a:off x="6750849" y="4141239"/>
            <a:ext cx="393900" cy="3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"/>
          <p:cNvSpPr txBox="1"/>
          <p:nvPr/>
        </p:nvSpPr>
        <p:spPr>
          <a:xfrm>
            <a:off x="3048000" y="0"/>
            <a:ext cx="60960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Application: RxFlow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Type: Application Architecture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View: Process View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Style: Client-Server Pattern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237" y="1206525"/>
            <a:ext cx="11103526" cy="531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2026-02-25T20:23:31Z</dcterms:created>
  <dc:creator>Janvi Patel</dc:creator>
</cp:coreProperties>
</file>