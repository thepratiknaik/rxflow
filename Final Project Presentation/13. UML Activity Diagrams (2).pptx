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KIzzeGIPoPNJhRoXHkwD20d6S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64c397fc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964c397fc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964c397fc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964c397fc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50" y="152400"/>
            <a:ext cx="1133131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4864750" y="-50675"/>
            <a:ext cx="4041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RxFlow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 Diagram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(Internal Users)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624447" y="1693602"/>
            <a:ext cx="291000" cy="291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0" y="738756"/>
            <a:ext cx="12192000" cy="61191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0" y="738756"/>
            <a:ext cx="1524000" cy="6119100"/>
          </a:xfrm>
          <a:prstGeom prst="rect">
            <a:avLst/>
          </a:prstGeom>
          <a:solidFill>
            <a:srgbClr val="1D85B3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0" y="738757"/>
            <a:ext cx="12192000" cy="19947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0" y="2733495"/>
            <a:ext cx="12192000" cy="2122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38545" y="1320876"/>
            <a:ext cx="124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Sales &amp;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" y="3429000"/>
            <a:ext cx="152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38545" y="5425518"/>
            <a:ext cx="124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Finance &amp;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Billing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168236" y="1433945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pharmacy lead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3851561" y="1433945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sales opportunity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5534886" y="1433945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 demo / proposal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2168236" y="2897833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Receive onboarding 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4159824" y="2897833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pharmacy profile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6151412" y="2897832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Provide onboarding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8143000" y="2897831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Create staff account &amp; permission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10134588" y="2897830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Confirm system readiness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5534875" y="3946715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Troubleshoot</a:t>
            </a:r>
            <a:r>
              <a:rPr lang="en-US" sz="1500">
                <a:solidFill>
                  <a:schemeClr val="dk1"/>
                </a:solidFill>
              </a:rPr>
              <a:t> &amp; reset profile data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2168236" y="4999258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billing account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2168236" y="5990361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 up on payment issue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4159824" y="4995592"/>
            <a:ext cx="14685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 subscription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6816435" y="5006184"/>
            <a:ext cx="21960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Issue invoice / payment 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9774378" y="5003726"/>
            <a:ext cx="21960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Activate billing and revenue tracking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4630879" y="5990361"/>
            <a:ext cx="21960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Issue new invoice / payment 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834742" y="5990360"/>
            <a:ext cx="2196000" cy="8103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Activate billing and revenue tracking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11457697" y="6250017"/>
            <a:ext cx="291000" cy="291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1"/>
          <p:cNvCxnSpPr>
            <a:stCxn id="95" idx="6"/>
            <a:endCxn id="103" idx="1"/>
          </p:cNvCxnSpPr>
          <p:nvPr/>
        </p:nvCxnSpPr>
        <p:spPr>
          <a:xfrm>
            <a:off x="1915447" y="1839102"/>
            <a:ext cx="252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1" name="Google Shape;121;p1"/>
          <p:cNvCxnSpPr>
            <a:stCxn id="103" idx="3"/>
            <a:endCxn id="104" idx="1"/>
          </p:cNvCxnSpPr>
          <p:nvPr/>
        </p:nvCxnSpPr>
        <p:spPr>
          <a:xfrm>
            <a:off x="3636736" y="1839095"/>
            <a:ext cx="214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" name="Google Shape;122;p1"/>
          <p:cNvCxnSpPr>
            <a:stCxn id="104" idx="3"/>
            <a:endCxn id="105" idx="1"/>
          </p:cNvCxnSpPr>
          <p:nvPr/>
        </p:nvCxnSpPr>
        <p:spPr>
          <a:xfrm>
            <a:off x="5320061" y="1839095"/>
            <a:ext cx="214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" name="Google Shape;123;p1"/>
          <p:cNvCxnSpPr>
            <a:stCxn id="105" idx="3"/>
            <a:endCxn id="110" idx="0"/>
          </p:cNvCxnSpPr>
          <p:nvPr/>
        </p:nvCxnSpPr>
        <p:spPr>
          <a:xfrm>
            <a:off x="7003386" y="1839095"/>
            <a:ext cx="3865500" cy="10587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4" name="Google Shape;124;p1"/>
          <p:cNvCxnSpPr>
            <a:stCxn id="106" idx="3"/>
            <a:endCxn id="107" idx="1"/>
          </p:cNvCxnSpPr>
          <p:nvPr/>
        </p:nvCxnSpPr>
        <p:spPr>
          <a:xfrm>
            <a:off x="3636736" y="3302983"/>
            <a:ext cx="523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" name="Google Shape;125;p1"/>
          <p:cNvCxnSpPr>
            <a:stCxn id="107" idx="3"/>
            <a:endCxn id="108" idx="1"/>
          </p:cNvCxnSpPr>
          <p:nvPr/>
        </p:nvCxnSpPr>
        <p:spPr>
          <a:xfrm>
            <a:off x="5628324" y="3302983"/>
            <a:ext cx="523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" name="Google Shape;126;p1"/>
          <p:cNvCxnSpPr>
            <a:stCxn id="108" idx="3"/>
            <a:endCxn id="109" idx="1"/>
          </p:cNvCxnSpPr>
          <p:nvPr/>
        </p:nvCxnSpPr>
        <p:spPr>
          <a:xfrm>
            <a:off x="7619912" y="3302982"/>
            <a:ext cx="523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" name="Google Shape;127;p1"/>
          <p:cNvCxnSpPr>
            <a:stCxn id="109" idx="3"/>
            <a:endCxn id="110" idx="1"/>
          </p:cNvCxnSpPr>
          <p:nvPr/>
        </p:nvCxnSpPr>
        <p:spPr>
          <a:xfrm>
            <a:off x="9611500" y="3302981"/>
            <a:ext cx="523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8" name="Google Shape;128;p1"/>
          <p:cNvCxnSpPr>
            <a:endCxn id="129" idx="0"/>
          </p:cNvCxnSpPr>
          <p:nvPr/>
        </p:nvCxnSpPr>
        <p:spPr>
          <a:xfrm flipH="1">
            <a:off x="8573225" y="3708025"/>
            <a:ext cx="7800" cy="20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" name="Google Shape;130;p1"/>
          <p:cNvCxnSpPr>
            <a:stCxn id="110" idx="2"/>
            <a:endCxn id="116" idx="0"/>
          </p:cNvCxnSpPr>
          <p:nvPr/>
        </p:nvCxnSpPr>
        <p:spPr>
          <a:xfrm>
            <a:off x="10868838" y="3708130"/>
            <a:ext cx="3600" cy="1295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" name="Google Shape;131;p1"/>
          <p:cNvCxnSpPr/>
          <p:nvPr/>
        </p:nvCxnSpPr>
        <p:spPr>
          <a:xfrm flipH="1">
            <a:off x="8584498" y="4689614"/>
            <a:ext cx="7500" cy="376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" name="Google Shape;132;p1"/>
          <p:cNvCxnSpPr>
            <a:endCxn id="119" idx="0"/>
          </p:cNvCxnSpPr>
          <p:nvPr/>
        </p:nvCxnSpPr>
        <p:spPr>
          <a:xfrm>
            <a:off x="11601997" y="5812017"/>
            <a:ext cx="1200" cy="43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" name="Google Shape;133;p1"/>
          <p:cNvCxnSpPr>
            <a:stCxn id="112" idx="3"/>
            <a:endCxn id="114" idx="1"/>
          </p:cNvCxnSpPr>
          <p:nvPr/>
        </p:nvCxnSpPr>
        <p:spPr>
          <a:xfrm flipH="1" rot="10800000">
            <a:off x="3636736" y="5400808"/>
            <a:ext cx="523200" cy="3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" name="Google Shape;134;p1"/>
          <p:cNvCxnSpPr>
            <a:stCxn id="114" idx="3"/>
            <a:endCxn id="115" idx="1"/>
          </p:cNvCxnSpPr>
          <p:nvPr/>
        </p:nvCxnSpPr>
        <p:spPr>
          <a:xfrm>
            <a:off x="5628324" y="5400742"/>
            <a:ext cx="1188000" cy="10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5" name="Google Shape;135;p1"/>
          <p:cNvCxnSpPr>
            <a:stCxn id="115" idx="3"/>
            <a:endCxn id="116" idx="1"/>
          </p:cNvCxnSpPr>
          <p:nvPr/>
        </p:nvCxnSpPr>
        <p:spPr>
          <a:xfrm flipH="1" rot="10800000">
            <a:off x="9012435" y="5408934"/>
            <a:ext cx="762000" cy="2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6" name="Google Shape;136;p1"/>
          <p:cNvCxnSpPr>
            <a:stCxn id="113" idx="3"/>
            <a:endCxn id="117" idx="1"/>
          </p:cNvCxnSpPr>
          <p:nvPr/>
        </p:nvCxnSpPr>
        <p:spPr>
          <a:xfrm>
            <a:off x="3636736" y="6395511"/>
            <a:ext cx="994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7" name="Google Shape;137;p1"/>
          <p:cNvCxnSpPr>
            <a:stCxn id="117" idx="3"/>
            <a:endCxn id="118" idx="1"/>
          </p:cNvCxnSpPr>
          <p:nvPr/>
        </p:nvCxnSpPr>
        <p:spPr>
          <a:xfrm>
            <a:off x="6826879" y="6395511"/>
            <a:ext cx="100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8" name="Google Shape;138;p1"/>
          <p:cNvCxnSpPr>
            <a:stCxn id="118" idx="3"/>
            <a:endCxn id="119" idx="2"/>
          </p:cNvCxnSpPr>
          <p:nvPr/>
        </p:nvCxnSpPr>
        <p:spPr>
          <a:xfrm>
            <a:off x="10030742" y="6395510"/>
            <a:ext cx="1427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9" name="Google Shape;139;p1"/>
          <p:cNvSpPr txBox="1"/>
          <p:nvPr/>
        </p:nvSpPr>
        <p:spPr>
          <a:xfrm>
            <a:off x="7181189" y="4024785"/>
            <a:ext cx="58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562561" y="4664572"/>
            <a:ext cx="66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7728425" y="3911725"/>
            <a:ext cx="1689600" cy="831000"/>
          </a:xfrm>
          <a:prstGeom prst="diamond">
            <a:avLst/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Setup complete?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1"/>
          <p:cNvCxnSpPr/>
          <p:nvPr/>
        </p:nvCxnSpPr>
        <p:spPr>
          <a:xfrm rot="10800000">
            <a:off x="7019854" y="4326316"/>
            <a:ext cx="692100" cy="1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" name="Google Shape;142;p1"/>
          <p:cNvCxnSpPr>
            <a:stCxn id="111" idx="0"/>
          </p:cNvCxnSpPr>
          <p:nvPr/>
        </p:nvCxnSpPr>
        <p:spPr>
          <a:xfrm rot="10800000">
            <a:off x="5599826" y="3661114"/>
            <a:ext cx="669300" cy="285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2026-03-20T17:48:27Z</dcterms:created>
  <dc:creator>Liu, Siyi</dc:creator>
</cp:coreProperties>
</file>