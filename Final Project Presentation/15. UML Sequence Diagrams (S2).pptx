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7" r:id="rId2"/>
    <p:sldId id="276" r:id="rId3"/>
    <p:sldId id="269" r:id="rId4"/>
    <p:sldId id="259" r:id="rId5"/>
    <p:sldId id="268" r:id="rId6"/>
    <p:sldId id="260" r:id="rId7"/>
    <p:sldId id="270" r:id="rId8"/>
    <p:sldId id="261" r:id="rId9"/>
    <p:sldId id="271" r:id="rId10"/>
    <p:sldId id="262" r:id="rId11"/>
    <p:sldId id="272" r:id="rId12"/>
    <p:sldId id="263" r:id="rId13"/>
    <p:sldId id="273" r:id="rId14"/>
    <p:sldId id="264" r:id="rId15"/>
    <p:sldId id="274" r:id="rId16"/>
    <p:sldId id="265" r:id="rId17"/>
    <p:sldId id="275" r:id="rId18"/>
    <p:sldId id="266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491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D36C5D-56F8-4FC8-1943-ADBA49D4E416}"/>
              </a:ext>
            </a:extLst>
          </p:cNvPr>
          <p:cNvSpPr/>
          <p:nvPr/>
        </p:nvSpPr>
        <p:spPr>
          <a:xfrm>
            <a:off x="1737360" y="162560"/>
            <a:ext cx="8199120" cy="714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Sequence Diagram – Prescription Intake (Create Prescription) (User Story 03.01)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EFB7F-76C7-B9AD-FB63-29D138C0916F}"/>
              </a:ext>
            </a:extLst>
          </p:cNvPr>
          <p:cNvSpPr txBox="1"/>
          <p:nvPr/>
        </p:nvSpPr>
        <p:spPr>
          <a:xfrm>
            <a:off x="746760" y="2103120"/>
            <a:ext cx="10698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 Scenario:</a:t>
            </a:r>
          </a:p>
          <a:p>
            <a:r>
              <a:rPr lang="en-US" dirty="0"/>
              <a:t>1. User initiates prescription creation.</a:t>
            </a:r>
          </a:p>
          <a:p>
            <a:r>
              <a:rPr lang="en-US" dirty="0"/>
              <a:t>2. System retrieves patient details.</a:t>
            </a:r>
          </a:p>
          <a:p>
            <a:r>
              <a:rPr lang="en-US" dirty="0"/>
              <a:t>3. System retrieves prescriber details.</a:t>
            </a:r>
          </a:p>
          <a:p>
            <a:r>
              <a:rPr lang="en-US" dirty="0"/>
              <a:t>4. System retrieves insurance information.</a:t>
            </a:r>
          </a:p>
          <a:p>
            <a:r>
              <a:rPr lang="en-US" dirty="0"/>
              <a:t>5. System checks available drug inventory lots.</a:t>
            </a:r>
          </a:p>
          <a:p>
            <a:r>
              <a:rPr lang="en-US" dirty="0"/>
              <a:t>6. System creates prescription in database.</a:t>
            </a:r>
          </a:p>
          <a:p>
            <a:r>
              <a:rPr lang="en-US" dirty="0"/>
              <a:t>7. System returns success confirmation.</a:t>
            </a:r>
          </a:p>
        </p:txBody>
      </p:sp>
    </p:spTree>
    <p:extLst>
      <p:ext uri="{BB962C8B-B14F-4D97-AF65-F5344CB8AC3E}">
        <p14:creationId xmlns:p14="http://schemas.microsoft.com/office/powerpoint/2010/main" val="44914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A9BB-B4D9-20DD-55DE-2AA41B73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5031B9-33C5-677A-F38C-16AEC921B27E}"/>
              </a:ext>
            </a:extLst>
          </p:cNvPr>
          <p:cNvSpPr/>
          <p:nvPr/>
        </p:nvSpPr>
        <p:spPr>
          <a:xfrm>
            <a:off x="166386" y="911791"/>
            <a:ext cx="951723" cy="615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E79E44-D9E5-480A-49DE-0F9E3BB8AE19}"/>
              </a:ext>
            </a:extLst>
          </p:cNvPr>
          <p:cNvSpPr/>
          <p:nvPr/>
        </p:nvSpPr>
        <p:spPr>
          <a:xfrm>
            <a:off x="1433028" y="935780"/>
            <a:ext cx="1443130" cy="615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Prescription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001F6-4E1B-3699-59D1-C02E1E666ED5}"/>
              </a:ext>
            </a:extLst>
          </p:cNvPr>
          <p:cNvSpPr/>
          <p:nvPr/>
        </p:nvSpPr>
        <p:spPr>
          <a:xfrm>
            <a:off x="3086876" y="920368"/>
            <a:ext cx="1256529" cy="615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Patient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2E84A4-0B2F-82DE-6B29-AF3EDB9A438D}"/>
              </a:ext>
            </a:extLst>
          </p:cNvPr>
          <p:cNvSpPr/>
          <p:nvPr/>
        </p:nvSpPr>
        <p:spPr>
          <a:xfrm>
            <a:off x="4595824" y="926840"/>
            <a:ext cx="1530221" cy="615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Prescriber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B2A3E-6B6E-3A4E-D0EC-BA5E14237E80}"/>
              </a:ext>
            </a:extLst>
          </p:cNvPr>
          <p:cNvSpPr/>
          <p:nvPr/>
        </p:nvSpPr>
        <p:spPr>
          <a:xfrm>
            <a:off x="6318349" y="926840"/>
            <a:ext cx="1068347" cy="615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Drug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5E95B5-BF06-E8F3-D070-EC8CE5EAAAE0}"/>
              </a:ext>
            </a:extLst>
          </p:cNvPr>
          <p:cNvSpPr/>
          <p:nvPr/>
        </p:nvSpPr>
        <p:spPr>
          <a:xfrm>
            <a:off x="7596831" y="919485"/>
            <a:ext cx="1303177" cy="615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Insurance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A0BDB6-3673-CF19-B16B-6BC07D32162F}"/>
              </a:ext>
            </a:extLst>
          </p:cNvPr>
          <p:cNvSpPr/>
          <p:nvPr/>
        </p:nvSpPr>
        <p:spPr>
          <a:xfrm>
            <a:off x="9074020" y="911790"/>
            <a:ext cx="1446245" cy="615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InventoryLot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1F636-EBD9-CED5-D1A0-177174320C95}"/>
              </a:ext>
            </a:extLst>
          </p:cNvPr>
          <p:cNvSpPr/>
          <p:nvPr/>
        </p:nvSpPr>
        <p:spPr>
          <a:xfrm>
            <a:off x="10694277" y="891074"/>
            <a:ext cx="1258087" cy="6158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9CDA65-F084-3A15-D16A-8767D093493F}"/>
              </a:ext>
            </a:extLst>
          </p:cNvPr>
          <p:cNvSpPr/>
          <p:nvPr/>
        </p:nvSpPr>
        <p:spPr>
          <a:xfrm>
            <a:off x="262836" y="1735766"/>
            <a:ext cx="127090" cy="499938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707798-13D9-8251-1418-A71506C4A025}"/>
              </a:ext>
            </a:extLst>
          </p:cNvPr>
          <p:cNvSpPr/>
          <p:nvPr/>
        </p:nvSpPr>
        <p:spPr>
          <a:xfrm>
            <a:off x="2132241" y="2254122"/>
            <a:ext cx="102806" cy="43923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658DA2-D655-7AC1-3DFF-F52E24188DC5}"/>
              </a:ext>
            </a:extLst>
          </p:cNvPr>
          <p:cNvSpPr/>
          <p:nvPr/>
        </p:nvSpPr>
        <p:spPr>
          <a:xfrm flipH="1">
            <a:off x="5141589" y="4488116"/>
            <a:ext cx="97942" cy="114446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3D9C95-5835-C9A2-AC9F-84EE06AE1992}"/>
              </a:ext>
            </a:extLst>
          </p:cNvPr>
          <p:cNvSpPr/>
          <p:nvPr/>
        </p:nvSpPr>
        <p:spPr>
          <a:xfrm>
            <a:off x="5131837" y="5831632"/>
            <a:ext cx="93304" cy="97349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2EBD17-4A0B-DA14-AE1E-BC5DA34CA98C}"/>
              </a:ext>
            </a:extLst>
          </p:cNvPr>
          <p:cNvSpPr/>
          <p:nvPr/>
        </p:nvSpPr>
        <p:spPr>
          <a:xfrm>
            <a:off x="9703837" y="5906277"/>
            <a:ext cx="93306" cy="74023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116D48-7DDA-B2DC-57F1-9222DCB56A73}"/>
              </a:ext>
            </a:extLst>
          </p:cNvPr>
          <p:cNvSpPr/>
          <p:nvPr/>
        </p:nvSpPr>
        <p:spPr>
          <a:xfrm>
            <a:off x="9703837" y="4506685"/>
            <a:ext cx="93306" cy="82109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1250DC-1B76-4CBF-4BCA-E71B219DCB1D}"/>
              </a:ext>
            </a:extLst>
          </p:cNvPr>
          <p:cNvSpPr/>
          <p:nvPr/>
        </p:nvSpPr>
        <p:spPr>
          <a:xfrm>
            <a:off x="9699187" y="3388567"/>
            <a:ext cx="97956" cy="82109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2F4DCC-A632-FE35-D189-BD299143D9AE}"/>
              </a:ext>
            </a:extLst>
          </p:cNvPr>
          <p:cNvSpPr/>
          <p:nvPr/>
        </p:nvSpPr>
        <p:spPr>
          <a:xfrm>
            <a:off x="9703837" y="2254899"/>
            <a:ext cx="93306" cy="82109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AA51D9-92BD-48C2-29E4-0F2A74B9F7C7}"/>
              </a:ext>
            </a:extLst>
          </p:cNvPr>
          <p:cNvSpPr/>
          <p:nvPr/>
        </p:nvSpPr>
        <p:spPr>
          <a:xfrm>
            <a:off x="11396570" y="5984032"/>
            <a:ext cx="93306" cy="82109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73BEE1-4AC2-DEAE-37D4-41ECFE117852}"/>
              </a:ext>
            </a:extLst>
          </p:cNvPr>
          <p:cNvCxnSpPr/>
          <p:nvPr/>
        </p:nvCxnSpPr>
        <p:spPr>
          <a:xfrm>
            <a:off x="11443223" y="3791339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3F54E1-A4BC-B8CC-FBEE-4A082BD9444F}"/>
              </a:ext>
            </a:extLst>
          </p:cNvPr>
          <p:cNvCxnSpPr/>
          <p:nvPr/>
        </p:nvCxnSpPr>
        <p:spPr>
          <a:xfrm>
            <a:off x="11421451" y="4201886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DF986A-7ED9-9E01-FE38-C5D65A22F727}"/>
              </a:ext>
            </a:extLst>
          </p:cNvPr>
          <p:cNvCxnSpPr/>
          <p:nvPr/>
        </p:nvCxnSpPr>
        <p:spPr>
          <a:xfrm>
            <a:off x="11421451" y="4506685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398A21B-1098-32EF-6293-806521130C3A}"/>
              </a:ext>
            </a:extLst>
          </p:cNvPr>
          <p:cNvCxnSpPr/>
          <p:nvPr/>
        </p:nvCxnSpPr>
        <p:spPr>
          <a:xfrm>
            <a:off x="11443223" y="4909457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9D5FA7-2CC1-5A73-B90E-BFC48D8766B0}"/>
              </a:ext>
            </a:extLst>
          </p:cNvPr>
          <p:cNvCxnSpPr/>
          <p:nvPr/>
        </p:nvCxnSpPr>
        <p:spPr>
          <a:xfrm>
            <a:off x="11443223" y="5250026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8723BA-8103-FFC5-1749-4D0B79AE5A4C}"/>
              </a:ext>
            </a:extLst>
          </p:cNvPr>
          <p:cNvCxnSpPr/>
          <p:nvPr/>
        </p:nvCxnSpPr>
        <p:spPr>
          <a:xfrm>
            <a:off x="11443223" y="5617029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594BDA-B7F4-2D92-F24A-12DC9C0BADE1}"/>
              </a:ext>
            </a:extLst>
          </p:cNvPr>
          <p:cNvCxnSpPr/>
          <p:nvPr/>
        </p:nvCxnSpPr>
        <p:spPr>
          <a:xfrm>
            <a:off x="11409010" y="1957873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BDC27F6-1261-51EB-A173-2B0B65CA886D}"/>
              </a:ext>
            </a:extLst>
          </p:cNvPr>
          <p:cNvCxnSpPr/>
          <p:nvPr/>
        </p:nvCxnSpPr>
        <p:spPr>
          <a:xfrm>
            <a:off x="11421451" y="2270450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C6F82B6-8EFD-ED06-4C32-18D4687E7FEE}"/>
              </a:ext>
            </a:extLst>
          </p:cNvPr>
          <p:cNvCxnSpPr/>
          <p:nvPr/>
        </p:nvCxnSpPr>
        <p:spPr>
          <a:xfrm>
            <a:off x="11437002" y="2665446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F2CAFC7-C320-1507-1A15-F3A74A489AB0}"/>
              </a:ext>
            </a:extLst>
          </p:cNvPr>
          <p:cNvCxnSpPr/>
          <p:nvPr/>
        </p:nvCxnSpPr>
        <p:spPr>
          <a:xfrm>
            <a:off x="11443223" y="3075993"/>
            <a:ext cx="0" cy="214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019DB19-2E78-4D3E-5045-20AC1C3169C0}"/>
              </a:ext>
            </a:extLst>
          </p:cNvPr>
          <p:cNvCxnSpPr>
            <a:cxnSpLocks/>
          </p:cNvCxnSpPr>
          <p:nvPr/>
        </p:nvCxnSpPr>
        <p:spPr>
          <a:xfrm>
            <a:off x="11446333" y="3429000"/>
            <a:ext cx="0" cy="211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05E9146-4AAA-1648-268D-8DADC7BA7D49}"/>
              </a:ext>
            </a:extLst>
          </p:cNvPr>
          <p:cNvCxnSpPr>
            <a:cxnSpLocks/>
          </p:cNvCxnSpPr>
          <p:nvPr/>
        </p:nvCxnSpPr>
        <p:spPr>
          <a:xfrm>
            <a:off x="9760602" y="1968762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7FE85CF-75F6-1D98-D97A-DE98A9F685CF}"/>
              </a:ext>
            </a:extLst>
          </p:cNvPr>
          <p:cNvCxnSpPr>
            <a:cxnSpLocks/>
          </p:cNvCxnSpPr>
          <p:nvPr/>
        </p:nvCxnSpPr>
        <p:spPr>
          <a:xfrm>
            <a:off x="8294920" y="2018526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B3DF424-AAF1-2702-503F-48C7591645B3}"/>
              </a:ext>
            </a:extLst>
          </p:cNvPr>
          <p:cNvCxnSpPr>
            <a:cxnSpLocks/>
          </p:cNvCxnSpPr>
          <p:nvPr/>
        </p:nvCxnSpPr>
        <p:spPr>
          <a:xfrm>
            <a:off x="6826948" y="1691947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846E7D8-78F7-1BA5-BD76-C5C64EF24BA9}"/>
              </a:ext>
            </a:extLst>
          </p:cNvPr>
          <p:cNvCxnSpPr>
            <a:cxnSpLocks/>
          </p:cNvCxnSpPr>
          <p:nvPr/>
        </p:nvCxnSpPr>
        <p:spPr>
          <a:xfrm>
            <a:off x="5178489" y="1642185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F283D8F-9CF0-B2CE-0A32-01EBAE6646C7}"/>
              </a:ext>
            </a:extLst>
          </p:cNvPr>
          <p:cNvCxnSpPr>
            <a:cxnSpLocks/>
          </p:cNvCxnSpPr>
          <p:nvPr/>
        </p:nvCxnSpPr>
        <p:spPr>
          <a:xfrm>
            <a:off x="340602" y="1592423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1C5BDD2-39A6-8A08-F437-52AD8E5B9977}"/>
              </a:ext>
            </a:extLst>
          </p:cNvPr>
          <p:cNvCxnSpPr>
            <a:cxnSpLocks/>
          </p:cNvCxnSpPr>
          <p:nvPr/>
        </p:nvCxnSpPr>
        <p:spPr>
          <a:xfrm>
            <a:off x="2172726" y="2105609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9E09028-71C3-3B93-C239-656957C3BD6E}"/>
              </a:ext>
            </a:extLst>
          </p:cNvPr>
          <p:cNvCxnSpPr>
            <a:cxnSpLocks/>
          </p:cNvCxnSpPr>
          <p:nvPr/>
        </p:nvCxnSpPr>
        <p:spPr>
          <a:xfrm>
            <a:off x="3648269" y="1953209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6F00702-F793-507C-2848-9B427DC2B06E}"/>
              </a:ext>
            </a:extLst>
          </p:cNvPr>
          <p:cNvCxnSpPr>
            <a:cxnSpLocks/>
          </p:cNvCxnSpPr>
          <p:nvPr/>
        </p:nvCxnSpPr>
        <p:spPr>
          <a:xfrm>
            <a:off x="419889" y="2740094"/>
            <a:ext cx="1712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C34791D-CF6B-B26C-94CB-B84F211393D8}"/>
              </a:ext>
            </a:extLst>
          </p:cNvPr>
          <p:cNvSpPr txBox="1"/>
          <p:nvPr/>
        </p:nvSpPr>
        <p:spPr>
          <a:xfrm>
            <a:off x="371671" y="2428066"/>
            <a:ext cx="2097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createPrescription</a:t>
            </a:r>
            <a:r>
              <a:rPr lang="en-US" sz="1600" dirty="0"/>
              <a:t>()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E9EF70E-F804-79B3-CA38-92124AE20185}"/>
              </a:ext>
            </a:extLst>
          </p:cNvPr>
          <p:cNvCxnSpPr>
            <a:cxnSpLocks/>
          </p:cNvCxnSpPr>
          <p:nvPr/>
        </p:nvCxnSpPr>
        <p:spPr>
          <a:xfrm flipV="1">
            <a:off x="5255069" y="6727370"/>
            <a:ext cx="6141501" cy="15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351008D-C097-E971-42E9-BDA9A4ACE97A}"/>
              </a:ext>
            </a:extLst>
          </p:cNvPr>
          <p:cNvCxnSpPr>
            <a:cxnSpLocks/>
          </p:cNvCxnSpPr>
          <p:nvPr/>
        </p:nvCxnSpPr>
        <p:spPr>
          <a:xfrm>
            <a:off x="5302524" y="4742154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8F86791-CA49-DEE9-893B-7C5E253C22FB}"/>
              </a:ext>
            </a:extLst>
          </p:cNvPr>
          <p:cNvCxnSpPr>
            <a:cxnSpLocks/>
          </p:cNvCxnSpPr>
          <p:nvPr/>
        </p:nvCxnSpPr>
        <p:spPr>
          <a:xfrm>
            <a:off x="6470035" y="4749476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FE488DE6-6CA0-07BC-40C4-F446088E3921}"/>
              </a:ext>
            </a:extLst>
          </p:cNvPr>
          <p:cNvCxnSpPr>
            <a:cxnSpLocks/>
          </p:cNvCxnSpPr>
          <p:nvPr/>
        </p:nvCxnSpPr>
        <p:spPr>
          <a:xfrm>
            <a:off x="6068448" y="4744161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2D80135-94C3-A07D-71EE-E4C3006068E4}"/>
              </a:ext>
            </a:extLst>
          </p:cNvPr>
          <p:cNvCxnSpPr>
            <a:cxnSpLocks/>
          </p:cNvCxnSpPr>
          <p:nvPr/>
        </p:nvCxnSpPr>
        <p:spPr>
          <a:xfrm>
            <a:off x="6867719" y="4749476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DB454BA-80B5-F526-F7D4-C92AE77F3B8B}"/>
              </a:ext>
            </a:extLst>
          </p:cNvPr>
          <p:cNvCxnSpPr>
            <a:cxnSpLocks/>
          </p:cNvCxnSpPr>
          <p:nvPr/>
        </p:nvCxnSpPr>
        <p:spPr>
          <a:xfrm>
            <a:off x="7258061" y="4719281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9613588-C5A3-9811-0521-F7D6F7CCC92D}"/>
              </a:ext>
            </a:extLst>
          </p:cNvPr>
          <p:cNvCxnSpPr>
            <a:cxnSpLocks/>
          </p:cNvCxnSpPr>
          <p:nvPr/>
        </p:nvCxnSpPr>
        <p:spPr>
          <a:xfrm>
            <a:off x="7613810" y="4719281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BDE68F4-C080-0D4F-26E4-626C4D5D98E0}"/>
              </a:ext>
            </a:extLst>
          </p:cNvPr>
          <p:cNvCxnSpPr>
            <a:cxnSpLocks/>
          </p:cNvCxnSpPr>
          <p:nvPr/>
        </p:nvCxnSpPr>
        <p:spPr>
          <a:xfrm>
            <a:off x="7981169" y="4732825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C7CBBC8-E637-3B89-083D-CCA5BD720D0E}"/>
              </a:ext>
            </a:extLst>
          </p:cNvPr>
          <p:cNvCxnSpPr>
            <a:cxnSpLocks/>
          </p:cNvCxnSpPr>
          <p:nvPr/>
        </p:nvCxnSpPr>
        <p:spPr>
          <a:xfrm>
            <a:off x="8390928" y="4734832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237884E1-8101-8C6F-DAD9-E10F4B58764A}"/>
              </a:ext>
            </a:extLst>
          </p:cNvPr>
          <p:cNvCxnSpPr>
            <a:cxnSpLocks/>
          </p:cNvCxnSpPr>
          <p:nvPr/>
        </p:nvCxnSpPr>
        <p:spPr>
          <a:xfrm>
            <a:off x="8769245" y="4734832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32D7704-5E16-F869-95BA-98619BC13EDE}"/>
              </a:ext>
            </a:extLst>
          </p:cNvPr>
          <p:cNvCxnSpPr>
            <a:cxnSpLocks/>
          </p:cNvCxnSpPr>
          <p:nvPr/>
        </p:nvCxnSpPr>
        <p:spPr>
          <a:xfrm>
            <a:off x="5717337" y="4742154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04841A1F-B8C5-1C74-140C-05850F99C039}"/>
              </a:ext>
            </a:extLst>
          </p:cNvPr>
          <p:cNvSpPr txBox="1"/>
          <p:nvPr/>
        </p:nvSpPr>
        <p:spPr>
          <a:xfrm>
            <a:off x="5782701" y="4316965"/>
            <a:ext cx="298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getInsuranceByPatient</a:t>
            </a:r>
            <a:r>
              <a:rPr lang="en-US" dirty="0"/>
              <a:t>()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9A31037-4794-037A-0FB9-3BBC89C793C9}"/>
              </a:ext>
            </a:extLst>
          </p:cNvPr>
          <p:cNvCxnSpPr>
            <a:cxnSpLocks/>
          </p:cNvCxnSpPr>
          <p:nvPr/>
        </p:nvCxnSpPr>
        <p:spPr>
          <a:xfrm>
            <a:off x="9760602" y="3181739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66CA675-5456-4C2D-7C33-A81D266772E7}"/>
              </a:ext>
            </a:extLst>
          </p:cNvPr>
          <p:cNvCxnSpPr>
            <a:cxnSpLocks/>
          </p:cNvCxnSpPr>
          <p:nvPr/>
        </p:nvCxnSpPr>
        <p:spPr>
          <a:xfrm>
            <a:off x="9760602" y="5666791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0958D99-D866-B314-9B01-205AFEABA9C1}"/>
              </a:ext>
            </a:extLst>
          </p:cNvPr>
          <p:cNvCxnSpPr>
            <a:cxnSpLocks/>
          </p:cNvCxnSpPr>
          <p:nvPr/>
        </p:nvCxnSpPr>
        <p:spPr>
          <a:xfrm>
            <a:off x="9742722" y="4301410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675FDB7-CA4C-C418-CDCD-0BD40F8FFFE3}"/>
              </a:ext>
            </a:extLst>
          </p:cNvPr>
          <p:cNvCxnSpPr>
            <a:cxnSpLocks/>
          </p:cNvCxnSpPr>
          <p:nvPr/>
        </p:nvCxnSpPr>
        <p:spPr>
          <a:xfrm>
            <a:off x="9760602" y="5389985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98A31A2-62BB-761D-DFE8-F46A278FCB22}"/>
              </a:ext>
            </a:extLst>
          </p:cNvPr>
          <p:cNvCxnSpPr>
            <a:cxnSpLocks/>
          </p:cNvCxnSpPr>
          <p:nvPr/>
        </p:nvCxnSpPr>
        <p:spPr>
          <a:xfrm>
            <a:off x="5272577" y="6011117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2C0742D-1DB9-A42D-AFB9-D9D60411D066}"/>
              </a:ext>
            </a:extLst>
          </p:cNvPr>
          <p:cNvCxnSpPr>
            <a:cxnSpLocks/>
          </p:cNvCxnSpPr>
          <p:nvPr/>
        </p:nvCxnSpPr>
        <p:spPr>
          <a:xfrm>
            <a:off x="7986996" y="5997768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1412717C-08A8-C049-C2F2-BACA8C0C45D1}"/>
              </a:ext>
            </a:extLst>
          </p:cNvPr>
          <p:cNvCxnSpPr>
            <a:cxnSpLocks/>
          </p:cNvCxnSpPr>
          <p:nvPr/>
        </p:nvCxnSpPr>
        <p:spPr>
          <a:xfrm>
            <a:off x="7555485" y="6011117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A6BCC209-1FD5-D633-AAC9-1DC4A4F390C1}"/>
              </a:ext>
            </a:extLst>
          </p:cNvPr>
          <p:cNvCxnSpPr>
            <a:cxnSpLocks/>
          </p:cNvCxnSpPr>
          <p:nvPr/>
        </p:nvCxnSpPr>
        <p:spPr>
          <a:xfrm>
            <a:off x="7040697" y="5997768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BA1D3DF-439F-BC1F-EC65-DE49E3D9FD06}"/>
              </a:ext>
            </a:extLst>
          </p:cNvPr>
          <p:cNvCxnSpPr>
            <a:cxnSpLocks/>
          </p:cNvCxnSpPr>
          <p:nvPr/>
        </p:nvCxnSpPr>
        <p:spPr>
          <a:xfrm>
            <a:off x="6580838" y="6011117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C245ABFC-ECFC-6C6E-EE37-1D4D69B1F9D3}"/>
              </a:ext>
            </a:extLst>
          </p:cNvPr>
          <p:cNvCxnSpPr>
            <a:cxnSpLocks/>
          </p:cNvCxnSpPr>
          <p:nvPr/>
        </p:nvCxnSpPr>
        <p:spPr>
          <a:xfrm>
            <a:off x="6067261" y="6008006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75A58C7-D183-D424-D100-8099F72F0A88}"/>
              </a:ext>
            </a:extLst>
          </p:cNvPr>
          <p:cNvCxnSpPr>
            <a:cxnSpLocks/>
          </p:cNvCxnSpPr>
          <p:nvPr/>
        </p:nvCxnSpPr>
        <p:spPr>
          <a:xfrm>
            <a:off x="5637271" y="6003989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4E18D0F-4C69-B1EC-7E50-398DC7C146F7}"/>
              </a:ext>
            </a:extLst>
          </p:cNvPr>
          <p:cNvCxnSpPr>
            <a:cxnSpLocks/>
          </p:cNvCxnSpPr>
          <p:nvPr/>
        </p:nvCxnSpPr>
        <p:spPr>
          <a:xfrm>
            <a:off x="8430252" y="6011117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A5CD63D4-2BB1-B4DB-2E2E-716B7F88C75C}"/>
              </a:ext>
            </a:extLst>
          </p:cNvPr>
          <p:cNvCxnSpPr>
            <a:cxnSpLocks/>
          </p:cNvCxnSpPr>
          <p:nvPr/>
        </p:nvCxnSpPr>
        <p:spPr>
          <a:xfrm>
            <a:off x="8911156" y="6022903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ACC3503-5444-9A08-9558-226B55A4C1A3}"/>
              </a:ext>
            </a:extLst>
          </p:cNvPr>
          <p:cNvSpPr txBox="1"/>
          <p:nvPr/>
        </p:nvSpPr>
        <p:spPr>
          <a:xfrm>
            <a:off x="5505843" y="5657462"/>
            <a:ext cx="2515374" cy="36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getLotsByDrug</a:t>
            </a:r>
            <a:r>
              <a:rPr lang="en-US" dirty="0"/>
              <a:t>()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E3F16CB-C647-8FD0-71B7-4207EF93BD22}"/>
              </a:ext>
            </a:extLst>
          </p:cNvPr>
          <p:cNvCxnSpPr>
            <a:cxnSpLocks/>
          </p:cNvCxnSpPr>
          <p:nvPr/>
        </p:nvCxnSpPr>
        <p:spPr>
          <a:xfrm>
            <a:off x="5302524" y="6391469"/>
            <a:ext cx="43713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52ACDFB2-D89C-BD3D-9D6C-609B2FECC68D}"/>
              </a:ext>
            </a:extLst>
          </p:cNvPr>
          <p:cNvCxnSpPr>
            <a:cxnSpLocks/>
          </p:cNvCxnSpPr>
          <p:nvPr/>
        </p:nvCxnSpPr>
        <p:spPr>
          <a:xfrm>
            <a:off x="9865209" y="6391469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997F181-E9AD-5133-E4C1-DAA32D6B7AAE}"/>
              </a:ext>
            </a:extLst>
          </p:cNvPr>
          <p:cNvCxnSpPr>
            <a:cxnSpLocks/>
          </p:cNvCxnSpPr>
          <p:nvPr/>
        </p:nvCxnSpPr>
        <p:spPr>
          <a:xfrm>
            <a:off x="10222882" y="6391469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24ADE6C-E0C8-1292-EFA4-E3EB0DBAAB21}"/>
              </a:ext>
            </a:extLst>
          </p:cNvPr>
          <p:cNvCxnSpPr>
            <a:cxnSpLocks/>
          </p:cNvCxnSpPr>
          <p:nvPr/>
        </p:nvCxnSpPr>
        <p:spPr>
          <a:xfrm>
            <a:off x="10602682" y="6387451"/>
            <a:ext cx="244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00E72445-3BE8-EBDE-8621-EFE727607A21}"/>
              </a:ext>
            </a:extLst>
          </p:cNvPr>
          <p:cNvSpPr txBox="1"/>
          <p:nvPr/>
        </p:nvSpPr>
        <p:spPr>
          <a:xfrm>
            <a:off x="5774681" y="6418299"/>
            <a:ext cx="2551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createPrescription</a:t>
            </a:r>
            <a:r>
              <a:rPr lang="en-US" dirty="0"/>
              <a:t>()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D5679E5-3B0B-0601-F765-6232CA5E9D85}"/>
              </a:ext>
            </a:extLst>
          </p:cNvPr>
          <p:cNvSpPr txBox="1"/>
          <p:nvPr/>
        </p:nvSpPr>
        <p:spPr>
          <a:xfrm>
            <a:off x="10090295" y="6035344"/>
            <a:ext cx="1255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17FCBA1F-F7BB-5D61-4EA9-A0FBBC235B2B}"/>
              </a:ext>
            </a:extLst>
          </p:cNvPr>
          <p:cNvCxnSpPr>
            <a:cxnSpLocks/>
          </p:cNvCxnSpPr>
          <p:nvPr/>
        </p:nvCxnSpPr>
        <p:spPr>
          <a:xfrm>
            <a:off x="8268475" y="3181739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5FD31200-1342-0892-CB4C-3830AD996240}"/>
              </a:ext>
            </a:extLst>
          </p:cNvPr>
          <p:cNvCxnSpPr>
            <a:cxnSpLocks/>
          </p:cNvCxnSpPr>
          <p:nvPr/>
        </p:nvCxnSpPr>
        <p:spPr>
          <a:xfrm>
            <a:off x="6895132" y="6089785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8048DE9-3584-07BF-A4D4-F075F34C7586}"/>
              </a:ext>
            </a:extLst>
          </p:cNvPr>
          <p:cNvCxnSpPr>
            <a:cxnSpLocks/>
          </p:cNvCxnSpPr>
          <p:nvPr/>
        </p:nvCxnSpPr>
        <p:spPr>
          <a:xfrm>
            <a:off x="6894252" y="5327779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4781E35E-C205-884C-A7B6-FD3CC5DDD168}"/>
              </a:ext>
            </a:extLst>
          </p:cNvPr>
          <p:cNvCxnSpPr>
            <a:cxnSpLocks/>
          </p:cNvCxnSpPr>
          <p:nvPr/>
        </p:nvCxnSpPr>
        <p:spPr>
          <a:xfrm>
            <a:off x="6883640" y="4933162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658ED90F-7720-EDC6-391C-C7E4B985AD67}"/>
              </a:ext>
            </a:extLst>
          </p:cNvPr>
          <p:cNvCxnSpPr>
            <a:cxnSpLocks/>
          </p:cNvCxnSpPr>
          <p:nvPr/>
        </p:nvCxnSpPr>
        <p:spPr>
          <a:xfrm>
            <a:off x="8294920" y="6127106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51B3008-2EF3-CEE7-15F5-C3AE0F2CC219}"/>
              </a:ext>
            </a:extLst>
          </p:cNvPr>
          <p:cNvCxnSpPr>
            <a:cxnSpLocks/>
          </p:cNvCxnSpPr>
          <p:nvPr/>
        </p:nvCxnSpPr>
        <p:spPr>
          <a:xfrm>
            <a:off x="8325819" y="5691676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90569CF9-A3AE-AFA4-F907-1F09FD233001}"/>
              </a:ext>
            </a:extLst>
          </p:cNvPr>
          <p:cNvCxnSpPr>
            <a:cxnSpLocks/>
          </p:cNvCxnSpPr>
          <p:nvPr/>
        </p:nvCxnSpPr>
        <p:spPr>
          <a:xfrm>
            <a:off x="8317467" y="5352659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B8AD769-24C8-928C-52CF-454F028EF054}"/>
              </a:ext>
            </a:extLst>
          </p:cNvPr>
          <p:cNvCxnSpPr>
            <a:cxnSpLocks/>
          </p:cNvCxnSpPr>
          <p:nvPr/>
        </p:nvCxnSpPr>
        <p:spPr>
          <a:xfrm>
            <a:off x="8317467" y="4955716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5F3E30C2-14C4-FD0B-A951-4562AB0B70A3}"/>
              </a:ext>
            </a:extLst>
          </p:cNvPr>
          <p:cNvCxnSpPr>
            <a:cxnSpLocks/>
          </p:cNvCxnSpPr>
          <p:nvPr/>
        </p:nvCxnSpPr>
        <p:spPr>
          <a:xfrm>
            <a:off x="8297833" y="4444483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16FB9DDB-7984-8AE9-505F-E1B8DB9E9936}"/>
              </a:ext>
            </a:extLst>
          </p:cNvPr>
          <p:cNvCxnSpPr>
            <a:cxnSpLocks/>
          </p:cNvCxnSpPr>
          <p:nvPr/>
        </p:nvCxnSpPr>
        <p:spPr>
          <a:xfrm>
            <a:off x="8278587" y="4052598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86A34C9-622A-E025-E09C-9BE1AAB508CA}"/>
              </a:ext>
            </a:extLst>
          </p:cNvPr>
          <p:cNvCxnSpPr>
            <a:cxnSpLocks/>
          </p:cNvCxnSpPr>
          <p:nvPr/>
        </p:nvCxnSpPr>
        <p:spPr>
          <a:xfrm>
            <a:off x="8278587" y="2740094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F1F54EED-67D0-0798-8BFA-9D733D963977}"/>
              </a:ext>
            </a:extLst>
          </p:cNvPr>
          <p:cNvCxnSpPr>
            <a:cxnSpLocks/>
          </p:cNvCxnSpPr>
          <p:nvPr/>
        </p:nvCxnSpPr>
        <p:spPr>
          <a:xfrm>
            <a:off x="8278587" y="3633353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599BCCDB-EC8F-B282-1F86-3A99C154A40D}"/>
              </a:ext>
            </a:extLst>
          </p:cNvPr>
          <p:cNvCxnSpPr>
            <a:endCxn id="26" idx="1"/>
          </p:cNvCxnSpPr>
          <p:nvPr/>
        </p:nvCxnSpPr>
        <p:spPr>
          <a:xfrm>
            <a:off x="11084767" y="6394579"/>
            <a:ext cx="3118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AD0A6C2E-1B07-CA27-DFBE-5317F06C7093}"/>
              </a:ext>
            </a:extLst>
          </p:cNvPr>
          <p:cNvCxnSpPr>
            <a:cxnSpLocks/>
          </p:cNvCxnSpPr>
          <p:nvPr/>
        </p:nvCxnSpPr>
        <p:spPr>
          <a:xfrm>
            <a:off x="9294433" y="6022903"/>
            <a:ext cx="4164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20C4892C-0585-7656-193D-7A1DE06FDFDF}"/>
              </a:ext>
            </a:extLst>
          </p:cNvPr>
          <p:cNvCxnSpPr>
            <a:cxnSpLocks/>
          </p:cNvCxnSpPr>
          <p:nvPr/>
        </p:nvCxnSpPr>
        <p:spPr>
          <a:xfrm>
            <a:off x="9209729" y="4749476"/>
            <a:ext cx="4894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id="{3EEF1A0F-0439-FD12-D546-2B7D95A01FD2}"/>
              </a:ext>
            </a:extLst>
          </p:cNvPr>
          <p:cNvSpPr/>
          <p:nvPr/>
        </p:nvSpPr>
        <p:spPr>
          <a:xfrm>
            <a:off x="5115140" y="3091569"/>
            <a:ext cx="124391" cy="120984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1EA2D7B7-C547-EC8D-9EE0-05272258C3A0}"/>
              </a:ext>
            </a:extLst>
          </p:cNvPr>
          <p:cNvCxnSpPr>
            <a:cxnSpLocks/>
          </p:cNvCxnSpPr>
          <p:nvPr/>
        </p:nvCxnSpPr>
        <p:spPr>
          <a:xfrm>
            <a:off x="2236157" y="4097635"/>
            <a:ext cx="2852931" cy="47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5741A24C-633A-A05B-4CBD-6AA02C2B5D20}"/>
              </a:ext>
            </a:extLst>
          </p:cNvPr>
          <p:cNvSpPr txBox="1"/>
          <p:nvPr/>
        </p:nvSpPr>
        <p:spPr>
          <a:xfrm>
            <a:off x="2536772" y="3804173"/>
            <a:ext cx="2313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getPrescriberByNPI</a:t>
            </a:r>
            <a:r>
              <a:rPr lang="en-US" sz="1600" dirty="0"/>
              <a:t>()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B791FED1-1440-5C67-833E-0103B4670FE7}"/>
              </a:ext>
            </a:extLst>
          </p:cNvPr>
          <p:cNvCxnSpPr>
            <a:cxnSpLocks/>
            <a:endCxn id="252" idx="1"/>
          </p:cNvCxnSpPr>
          <p:nvPr/>
        </p:nvCxnSpPr>
        <p:spPr>
          <a:xfrm>
            <a:off x="2256126" y="2574861"/>
            <a:ext cx="137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EF5D89CD-DFF0-9383-3250-2EFEF3AE5753}"/>
              </a:ext>
            </a:extLst>
          </p:cNvPr>
          <p:cNvSpPr/>
          <p:nvPr/>
        </p:nvSpPr>
        <p:spPr>
          <a:xfrm>
            <a:off x="3628909" y="2269672"/>
            <a:ext cx="104201" cy="61037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DCBB7E48-22CC-700B-7976-9A679C520911}"/>
              </a:ext>
            </a:extLst>
          </p:cNvPr>
          <p:cNvSpPr txBox="1"/>
          <p:nvPr/>
        </p:nvSpPr>
        <p:spPr>
          <a:xfrm>
            <a:off x="2207835" y="2274201"/>
            <a:ext cx="1829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getPatientById</a:t>
            </a:r>
            <a:r>
              <a:rPr lang="en-US" sz="1600" dirty="0"/>
              <a:t>()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6BD9C9B4-752F-4978-B963-8DFFB996D7DF}"/>
              </a:ext>
            </a:extLst>
          </p:cNvPr>
          <p:cNvCxnSpPr>
            <a:cxnSpLocks/>
          </p:cNvCxnSpPr>
          <p:nvPr/>
        </p:nvCxnSpPr>
        <p:spPr>
          <a:xfrm>
            <a:off x="2185497" y="1636242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7D6F2B2B-46AD-A121-9C71-46C2377952BF}"/>
              </a:ext>
            </a:extLst>
          </p:cNvPr>
          <p:cNvCxnSpPr>
            <a:cxnSpLocks/>
          </p:cNvCxnSpPr>
          <p:nvPr/>
        </p:nvCxnSpPr>
        <p:spPr>
          <a:xfrm>
            <a:off x="6839737" y="1945642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3DA26F55-155A-F8A6-C53F-3DECE53E7DF7}"/>
              </a:ext>
            </a:extLst>
          </p:cNvPr>
          <p:cNvCxnSpPr>
            <a:cxnSpLocks/>
          </p:cNvCxnSpPr>
          <p:nvPr/>
        </p:nvCxnSpPr>
        <p:spPr>
          <a:xfrm>
            <a:off x="8278587" y="2340203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A396CDD9-EB27-1E22-0B93-61D75E4C5108}"/>
              </a:ext>
            </a:extLst>
          </p:cNvPr>
          <p:cNvCxnSpPr>
            <a:cxnSpLocks/>
          </p:cNvCxnSpPr>
          <p:nvPr/>
        </p:nvCxnSpPr>
        <p:spPr>
          <a:xfrm>
            <a:off x="8294920" y="2553024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8F902FDA-0F11-7227-317A-55A7BC32AD32}"/>
              </a:ext>
            </a:extLst>
          </p:cNvPr>
          <p:cNvCxnSpPr>
            <a:cxnSpLocks/>
          </p:cNvCxnSpPr>
          <p:nvPr/>
        </p:nvCxnSpPr>
        <p:spPr>
          <a:xfrm flipH="1">
            <a:off x="2221285" y="3290596"/>
            <a:ext cx="1426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Rectangle 274">
            <a:extLst>
              <a:ext uri="{FF2B5EF4-FFF2-40B4-BE49-F238E27FC236}">
                <a16:creationId xmlns:a16="http://schemas.microsoft.com/office/drawing/2014/main" id="{12172050-4943-B4CA-A37B-085D39C65564}"/>
              </a:ext>
            </a:extLst>
          </p:cNvPr>
          <p:cNvSpPr/>
          <p:nvPr/>
        </p:nvSpPr>
        <p:spPr>
          <a:xfrm>
            <a:off x="3632881" y="3040012"/>
            <a:ext cx="107612" cy="60337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12DC3CE9-62AF-16E1-4511-48220C6CAF40}"/>
              </a:ext>
            </a:extLst>
          </p:cNvPr>
          <p:cNvSpPr txBox="1"/>
          <p:nvPr/>
        </p:nvSpPr>
        <p:spPr>
          <a:xfrm>
            <a:off x="2294176" y="3023123"/>
            <a:ext cx="1563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patientDetails</a:t>
            </a:r>
            <a:endParaRPr lang="en-US" sz="1600" dirty="0"/>
          </a:p>
        </p:txBody>
      </p: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86BE70BB-EE07-0A39-D9A2-E9D64E0DD3F4}"/>
              </a:ext>
            </a:extLst>
          </p:cNvPr>
          <p:cNvCxnSpPr>
            <a:cxnSpLocks/>
          </p:cNvCxnSpPr>
          <p:nvPr/>
        </p:nvCxnSpPr>
        <p:spPr>
          <a:xfrm>
            <a:off x="5166826" y="5691676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CB529007-E028-E555-7AF8-49A052BF62FF}"/>
              </a:ext>
            </a:extLst>
          </p:cNvPr>
          <p:cNvCxnSpPr>
            <a:cxnSpLocks/>
          </p:cNvCxnSpPr>
          <p:nvPr/>
        </p:nvCxnSpPr>
        <p:spPr>
          <a:xfrm flipH="1" flipV="1">
            <a:off x="2236157" y="5033372"/>
            <a:ext cx="2852931" cy="26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16A1836C-C97C-E6D7-5199-EDF6EBD0BEAB}"/>
              </a:ext>
            </a:extLst>
          </p:cNvPr>
          <p:cNvSpPr txBox="1"/>
          <p:nvPr/>
        </p:nvSpPr>
        <p:spPr>
          <a:xfrm>
            <a:off x="2720268" y="4686296"/>
            <a:ext cx="2039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prescriberDetails</a:t>
            </a:r>
            <a:endParaRPr lang="en-US" dirty="0"/>
          </a:p>
        </p:txBody>
      </p: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B6F5B090-C6A8-6EA4-8468-86D1D0F93776}"/>
              </a:ext>
            </a:extLst>
          </p:cNvPr>
          <p:cNvCxnSpPr>
            <a:cxnSpLocks/>
          </p:cNvCxnSpPr>
          <p:nvPr/>
        </p:nvCxnSpPr>
        <p:spPr>
          <a:xfrm>
            <a:off x="3680822" y="2903390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8F079814-22F0-4C84-EF68-8FA457BDA173}"/>
              </a:ext>
            </a:extLst>
          </p:cNvPr>
          <p:cNvCxnSpPr>
            <a:cxnSpLocks/>
          </p:cNvCxnSpPr>
          <p:nvPr/>
        </p:nvCxnSpPr>
        <p:spPr>
          <a:xfrm>
            <a:off x="2185497" y="1869238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04E63E42-544E-D35A-56F7-29CB060DD995}"/>
              </a:ext>
            </a:extLst>
          </p:cNvPr>
          <p:cNvCxnSpPr>
            <a:cxnSpLocks/>
          </p:cNvCxnSpPr>
          <p:nvPr/>
        </p:nvCxnSpPr>
        <p:spPr>
          <a:xfrm>
            <a:off x="3645158" y="1691947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B50485CB-0662-A53A-6332-B03708CA56A8}"/>
              </a:ext>
            </a:extLst>
          </p:cNvPr>
          <p:cNvCxnSpPr>
            <a:cxnSpLocks/>
          </p:cNvCxnSpPr>
          <p:nvPr/>
        </p:nvCxnSpPr>
        <p:spPr>
          <a:xfrm>
            <a:off x="5190560" y="2122714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CB1FEF1D-3488-C3F8-D8FC-D269E9E5DF5B}"/>
              </a:ext>
            </a:extLst>
          </p:cNvPr>
          <p:cNvCxnSpPr>
            <a:cxnSpLocks/>
          </p:cNvCxnSpPr>
          <p:nvPr/>
        </p:nvCxnSpPr>
        <p:spPr>
          <a:xfrm>
            <a:off x="5166826" y="2889382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1A9794DF-0875-43A2-FD64-84DF078278F2}"/>
              </a:ext>
            </a:extLst>
          </p:cNvPr>
          <p:cNvCxnSpPr>
            <a:cxnSpLocks/>
          </p:cNvCxnSpPr>
          <p:nvPr/>
        </p:nvCxnSpPr>
        <p:spPr>
          <a:xfrm>
            <a:off x="5178489" y="1894120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6357C0CD-57A3-8BD1-8629-0062E72168FD}"/>
              </a:ext>
            </a:extLst>
          </p:cNvPr>
          <p:cNvCxnSpPr>
            <a:cxnSpLocks/>
          </p:cNvCxnSpPr>
          <p:nvPr/>
        </p:nvCxnSpPr>
        <p:spPr>
          <a:xfrm>
            <a:off x="5181293" y="2389965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31239A49-0639-9188-A8A4-1B57620A24C2}"/>
              </a:ext>
            </a:extLst>
          </p:cNvPr>
          <p:cNvCxnSpPr>
            <a:cxnSpLocks/>
          </p:cNvCxnSpPr>
          <p:nvPr/>
        </p:nvCxnSpPr>
        <p:spPr>
          <a:xfrm>
            <a:off x="5195760" y="4328576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7416CFDA-7351-1E8D-C47B-0FE31E7ECD3D}"/>
              </a:ext>
            </a:extLst>
          </p:cNvPr>
          <p:cNvCxnSpPr>
            <a:cxnSpLocks/>
          </p:cNvCxnSpPr>
          <p:nvPr/>
        </p:nvCxnSpPr>
        <p:spPr>
          <a:xfrm>
            <a:off x="5178489" y="2640570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3B523FCC-131E-25B4-1053-F5F5808A68B9}"/>
              </a:ext>
            </a:extLst>
          </p:cNvPr>
          <p:cNvCxnSpPr>
            <a:cxnSpLocks/>
          </p:cNvCxnSpPr>
          <p:nvPr/>
        </p:nvCxnSpPr>
        <p:spPr>
          <a:xfrm>
            <a:off x="3632881" y="4263702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3A51F824-D250-F03E-105F-35B5EFE4D549}"/>
              </a:ext>
            </a:extLst>
          </p:cNvPr>
          <p:cNvCxnSpPr>
            <a:cxnSpLocks/>
          </p:cNvCxnSpPr>
          <p:nvPr/>
        </p:nvCxnSpPr>
        <p:spPr>
          <a:xfrm>
            <a:off x="3632881" y="4593771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8D101DA4-E20D-D28C-77CE-4CBF8360200E}"/>
              </a:ext>
            </a:extLst>
          </p:cNvPr>
          <p:cNvCxnSpPr>
            <a:cxnSpLocks/>
          </p:cNvCxnSpPr>
          <p:nvPr/>
        </p:nvCxnSpPr>
        <p:spPr>
          <a:xfrm>
            <a:off x="6839737" y="2240679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E39198E5-803D-2B7F-F108-C8353C508A36}"/>
              </a:ext>
            </a:extLst>
          </p:cNvPr>
          <p:cNvCxnSpPr>
            <a:cxnSpLocks/>
          </p:cNvCxnSpPr>
          <p:nvPr/>
        </p:nvCxnSpPr>
        <p:spPr>
          <a:xfrm>
            <a:off x="6839737" y="2565922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AB290F45-A0F9-749A-A461-A774953575B0}"/>
              </a:ext>
            </a:extLst>
          </p:cNvPr>
          <p:cNvCxnSpPr>
            <a:cxnSpLocks/>
          </p:cNvCxnSpPr>
          <p:nvPr/>
        </p:nvCxnSpPr>
        <p:spPr>
          <a:xfrm>
            <a:off x="6825744" y="3082215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0A72D84B-EDBB-D768-3E7E-DC24B73F755F}"/>
              </a:ext>
            </a:extLst>
          </p:cNvPr>
          <p:cNvCxnSpPr>
            <a:cxnSpLocks/>
          </p:cNvCxnSpPr>
          <p:nvPr/>
        </p:nvCxnSpPr>
        <p:spPr>
          <a:xfrm>
            <a:off x="6872274" y="3633353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AB4B964D-4655-EC42-F2FE-B4A72C06BB3A}"/>
              </a:ext>
            </a:extLst>
          </p:cNvPr>
          <p:cNvCxnSpPr>
            <a:cxnSpLocks/>
          </p:cNvCxnSpPr>
          <p:nvPr/>
        </p:nvCxnSpPr>
        <p:spPr>
          <a:xfrm>
            <a:off x="6852522" y="3361677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D0076E89-DD02-2328-3BE1-71944D23E0DC}"/>
              </a:ext>
            </a:extLst>
          </p:cNvPr>
          <p:cNvCxnSpPr>
            <a:cxnSpLocks/>
          </p:cNvCxnSpPr>
          <p:nvPr/>
        </p:nvCxnSpPr>
        <p:spPr>
          <a:xfrm>
            <a:off x="6864739" y="3906418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C88BD777-94D7-993B-68C1-1731358A03E1}"/>
              </a:ext>
            </a:extLst>
          </p:cNvPr>
          <p:cNvCxnSpPr>
            <a:cxnSpLocks/>
          </p:cNvCxnSpPr>
          <p:nvPr/>
        </p:nvCxnSpPr>
        <p:spPr>
          <a:xfrm>
            <a:off x="6852522" y="4185694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2A6AB3B2-5CA9-2195-B830-9E316B2CF8CD}"/>
              </a:ext>
            </a:extLst>
          </p:cNvPr>
          <p:cNvCxnSpPr>
            <a:cxnSpLocks/>
          </p:cNvCxnSpPr>
          <p:nvPr/>
        </p:nvCxnSpPr>
        <p:spPr>
          <a:xfrm>
            <a:off x="8280644" y="1686004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E88F3272-5AA0-E70D-106A-C3C17A9D41ED}"/>
              </a:ext>
            </a:extLst>
          </p:cNvPr>
          <p:cNvCxnSpPr>
            <a:cxnSpLocks/>
          </p:cNvCxnSpPr>
          <p:nvPr/>
        </p:nvCxnSpPr>
        <p:spPr>
          <a:xfrm>
            <a:off x="9771389" y="1644550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A1ED6DB1-4A40-E254-AC1A-7AFF004E2CA5}"/>
              </a:ext>
            </a:extLst>
          </p:cNvPr>
          <p:cNvCxnSpPr>
            <a:cxnSpLocks/>
          </p:cNvCxnSpPr>
          <p:nvPr/>
        </p:nvCxnSpPr>
        <p:spPr>
          <a:xfrm>
            <a:off x="11421090" y="1648767"/>
            <a:ext cx="0" cy="9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C941E692-ED41-EB5F-C776-055BA23158A9}"/>
              </a:ext>
            </a:extLst>
          </p:cNvPr>
          <p:cNvCxnSpPr>
            <a:cxnSpLocks/>
          </p:cNvCxnSpPr>
          <p:nvPr/>
        </p:nvCxnSpPr>
        <p:spPr>
          <a:xfrm>
            <a:off x="6825744" y="2768204"/>
            <a:ext cx="0" cy="14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F2A19BB-BF74-45A7-DD4C-873BB49ADFB5}"/>
              </a:ext>
            </a:extLst>
          </p:cNvPr>
          <p:cNvSpPr/>
          <p:nvPr/>
        </p:nvSpPr>
        <p:spPr>
          <a:xfrm>
            <a:off x="2062065" y="121298"/>
            <a:ext cx="7803144" cy="438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Sequence Diagram – Prescription Intake (Create Prescription) (User Story 03.01)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69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2229AA-A0FF-E1C2-8441-5E042B0BFE86}"/>
              </a:ext>
            </a:extLst>
          </p:cNvPr>
          <p:cNvSpPr/>
          <p:nvPr/>
        </p:nvSpPr>
        <p:spPr>
          <a:xfrm>
            <a:off x="2174240" y="619760"/>
            <a:ext cx="7122160" cy="528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Sequence Diagram – Prescription Review &amp; Approval (User Story 03.02)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0BD14-2CE9-E078-6278-23086DC8F22D}"/>
              </a:ext>
            </a:extLst>
          </p:cNvPr>
          <p:cNvSpPr txBox="1"/>
          <p:nvPr/>
        </p:nvSpPr>
        <p:spPr>
          <a:xfrm>
            <a:off x="1168400" y="2183398"/>
            <a:ext cx="985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 Scenario:</a:t>
            </a:r>
          </a:p>
          <a:p>
            <a:r>
              <a:rPr lang="en-US" dirty="0"/>
              <a:t>1. User requests prescriptions based on status.</a:t>
            </a:r>
          </a:p>
          <a:p>
            <a:r>
              <a:rPr lang="en-US" dirty="0"/>
              <a:t>2. System retrieves prescriptions from database.</a:t>
            </a:r>
          </a:p>
          <a:p>
            <a:r>
              <a:rPr lang="en-US" dirty="0"/>
              <a:t>3. System displays prescriptions to the user.</a:t>
            </a:r>
          </a:p>
          <a:p>
            <a:r>
              <a:rPr lang="en-US" dirty="0"/>
              <a:t>4. User reviews and approves the prescription.</a:t>
            </a:r>
          </a:p>
          <a:p>
            <a:r>
              <a:rPr lang="en-US" dirty="0"/>
              <a:t>5. System updates prescription status in database.</a:t>
            </a:r>
          </a:p>
          <a:p>
            <a:r>
              <a:rPr lang="en-US" dirty="0"/>
              <a:t>6. System returns success confirmation.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09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D44DA5-D8C8-5625-1D52-C2F8A06543B0}"/>
              </a:ext>
            </a:extLst>
          </p:cNvPr>
          <p:cNvSpPr/>
          <p:nvPr/>
        </p:nvSpPr>
        <p:spPr>
          <a:xfrm>
            <a:off x="716287" y="932824"/>
            <a:ext cx="2021840" cy="8331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User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15058E-353A-AB74-0722-E39FAF1DAC79}"/>
              </a:ext>
            </a:extLst>
          </p:cNvPr>
          <p:cNvSpPr/>
          <p:nvPr/>
        </p:nvSpPr>
        <p:spPr>
          <a:xfrm>
            <a:off x="4561842" y="982629"/>
            <a:ext cx="2346960" cy="82296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Prescription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AA1599-CC23-A893-5AFF-34C0B53DB9B7}"/>
              </a:ext>
            </a:extLst>
          </p:cNvPr>
          <p:cNvSpPr/>
          <p:nvPr/>
        </p:nvSpPr>
        <p:spPr>
          <a:xfrm>
            <a:off x="9210033" y="1039724"/>
            <a:ext cx="2265680" cy="79248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Database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437CCC-6327-3DCD-A236-CDADCE9BC212}"/>
              </a:ext>
            </a:extLst>
          </p:cNvPr>
          <p:cNvSpPr/>
          <p:nvPr/>
        </p:nvSpPr>
        <p:spPr>
          <a:xfrm>
            <a:off x="1586868" y="2457019"/>
            <a:ext cx="100334" cy="434836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82AEBC-8562-4043-EED4-7839D9929328}"/>
              </a:ext>
            </a:extLst>
          </p:cNvPr>
          <p:cNvSpPr/>
          <p:nvPr/>
        </p:nvSpPr>
        <p:spPr>
          <a:xfrm flipH="1">
            <a:off x="10276843" y="2696899"/>
            <a:ext cx="167619" cy="23634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B22975-8DFB-2FC0-22CC-D9D20795F38F}"/>
              </a:ext>
            </a:extLst>
          </p:cNvPr>
          <p:cNvSpPr/>
          <p:nvPr/>
        </p:nvSpPr>
        <p:spPr>
          <a:xfrm>
            <a:off x="5608970" y="4876812"/>
            <a:ext cx="137161" cy="18662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AEB49-E8A3-6CF3-D998-C0E161AEC430}"/>
              </a:ext>
            </a:extLst>
          </p:cNvPr>
          <p:cNvSpPr/>
          <p:nvPr/>
        </p:nvSpPr>
        <p:spPr>
          <a:xfrm>
            <a:off x="5598160" y="2707978"/>
            <a:ext cx="162560" cy="14732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AA2BC4-FBB2-782A-0764-89F1FB6BA735}"/>
              </a:ext>
            </a:extLst>
          </p:cNvPr>
          <p:cNvCxnSpPr>
            <a:cxnSpLocks/>
          </p:cNvCxnSpPr>
          <p:nvPr/>
        </p:nvCxnSpPr>
        <p:spPr>
          <a:xfrm>
            <a:off x="1727207" y="3070386"/>
            <a:ext cx="3764286" cy="35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BD3CC0-6830-2BEC-CD65-74FF02F18BF7}"/>
              </a:ext>
            </a:extLst>
          </p:cNvPr>
          <p:cNvSpPr txBox="1"/>
          <p:nvPr/>
        </p:nvSpPr>
        <p:spPr>
          <a:xfrm>
            <a:off x="2533024" y="2729866"/>
            <a:ext cx="234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getByStatus</a:t>
            </a:r>
            <a:r>
              <a:rPr lang="en-US" dirty="0"/>
              <a:t>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2E196C-FC52-2776-8BC2-1AC5B48C5576}"/>
              </a:ext>
            </a:extLst>
          </p:cNvPr>
          <p:cNvCxnSpPr>
            <a:cxnSpLocks/>
          </p:cNvCxnSpPr>
          <p:nvPr/>
        </p:nvCxnSpPr>
        <p:spPr>
          <a:xfrm>
            <a:off x="5817881" y="3329359"/>
            <a:ext cx="43433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9813BF-A3C4-40AD-C875-EAAB9A372639}"/>
              </a:ext>
            </a:extLst>
          </p:cNvPr>
          <p:cNvSpPr txBox="1"/>
          <p:nvPr/>
        </p:nvSpPr>
        <p:spPr>
          <a:xfrm>
            <a:off x="6405880" y="2934886"/>
            <a:ext cx="302768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getByStatus</a:t>
            </a:r>
            <a:r>
              <a:rPr lang="en-US" dirty="0"/>
              <a:t>()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31068F-0DB5-1240-978C-74828B3EEB8E}"/>
              </a:ext>
            </a:extLst>
          </p:cNvPr>
          <p:cNvCxnSpPr>
            <a:cxnSpLocks/>
          </p:cNvCxnSpPr>
          <p:nvPr/>
        </p:nvCxnSpPr>
        <p:spPr>
          <a:xfrm flipH="1" flipV="1">
            <a:off x="5802640" y="3820218"/>
            <a:ext cx="4373879" cy="4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EF2AD75-2FDE-C314-BEF9-9BDB3C77BC06}"/>
              </a:ext>
            </a:extLst>
          </p:cNvPr>
          <p:cNvSpPr txBox="1"/>
          <p:nvPr/>
        </p:nvSpPr>
        <p:spPr>
          <a:xfrm>
            <a:off x="6534765" y="3452981"/>
            <a:ext cx="251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prescriptions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29598F-AA3C-7F22-1D9A-CA503AD2F88F}"/>
              </a:ext>
            </a:extLst>
          </p:cNvPr>
          <p:cNvCxnSpPr>
            <a:cxnSpLocks/>
          </p:cNvCxnSpPr>
          <p:nvPr/>
        </p:nvCxnSpPr>
        <p:spPr>
          <a:xfrm>
            <a:off x="1849469" y="5906633"/>
            <a:ext cx="3680459" cy="23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4A7F8D-60FF-D709-3D4E-6B3B3D9919BB}"/>
              </a:ext>
            </a:extLst>
          </p:cNvPr>
          <p:cNvSpPr txBox="1"/>
          <p:nvPr/>
        </p:nvSpPr>
        <p:spPr>
          <a:xfrm>
            <a:off x="2466335" y="5530197"/>
            <a:ext cx="225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reviewAndApprove</a:t>
            </a:r>
            <a:r>
              <a:rPr lang="en-US" dirty="0"/>
              <a:t>()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2DF757-4316-19F9-AECB-B195ECE4AE79}"/>
              </a:ext>
            </a:extLst>
          </p:cNvPr>
          <p:cNvCxnSpPr>
            <a:cxnSpLocks/>
          </p:cNvCxnSpPr>
          <p:nvPr/>
        </p:nvCxnSpPr>
        <p:spPr>
          <a:xfrm flipV="1">
            <a:off x="5825173" y="5573502"/>
            <a:ext cx="4381505" cy="2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D85FE44-6777-AAB2-EED2-AD036A4E012B}"/>
              </a:ext>
            </a:extLst>
          </p:cNvPr>
          <p:cNvSpPr txBox="1"/>
          <p:nvPr/>
        </p:nvSpPr>
        <p:spPr>
          <a:xfrm>
            <a:off x="6445871" y="5171352"/>
            <a:ext cx="2042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updateStatus</a:t>
            </a:r>
            <a:r>
              <a:rPr lang="en-US" dirty="0"/>
              <a:t>()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029872-56CC-81FB-1001-DA09D7CC22B0}"/>
              </a:ext>
            </a:extLst>
          </p:cNvPr>
          <p:cNvSpPr/>
          <p:nvPr/>
        </p:nvSpPr>
        <p:spPr>
          <a:xfrm flipH="1">
            <a:off x="10285720" y="5356018"/>
            <a:ext cx="116834" cy="149963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3E76CE6-FDB3-D5DF-C0E6-0B061475D8D8}"/>
              </a:ext>
            </a:extLst>
          </p:cNvPr>
          <p:cNvCxnSpPr>
            <a:cxnSpLocks/>
          </p:cNvCxnSpPr>
          <p:nvPr/>
        </p:nvCxnSpPr>
        <p:spPr>
          <a:xfrm flipH="1">
            <a:off x="5798824" y="6263405"/>
            <a:ext cx="43941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19B12AB-6F0D-3ABB-4A37-0E2FA2FE3BB3}"/>
              </a:ext>
            </a:extLst>
          </p:cNvPr>
          <p:cNvSpPr txBox="1"/>
          <p:nvPr/>
        </p:nvSpPr>
        <p:spPr>
          <a:xfrm>
            <a:off x="6523398" y="5868168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04A13A9-54DE-6B82-7751-1D94C908E17C}"/>
              </a:ext>
            </a:extLst>
          </p:cNvPr>
          <p:cNvCxnSpPr>
            <a:cxnSpLocks/>
          </p:cNvCxnSpPr>
          <p:nvPr/>
        </p:nvCxnSpPr>
        <p:spPr>
          <a:xfrm flipH="1">
            <a:off x="1889767" y="6583680"/>
            <a:ext cx="3698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FDEB09F-2EE3-C28F-D8C7-D3808E252555}"/>
              </a:ext>
            </a:extLst>
          </p:cNvPr>
          <p:cNvSpPr txBox="1"/>
          <p:nvPr/>
        </p:nvSpPr>
        <p:spPr>
          <a:xfrm>
            <a:off x="2533024" y="6263405"/>
            <a:ext cx="2214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confirmation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1D2686C-D92D-9CDA-CD6F-8F05329D2674}"/>
              </a:ext>
            </a:extLst>
          </p:cNvPr>
          <p:cNvCxnSpPr/>
          <p:nvPr/>
        </p:nvCxnSpPr>
        <p:spPr>
          <a:xfrm>
            <a:off x="1622552" y="2042270"/>
            <a:ext cx="0" cy="213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C965F9E-FF7A-99D5-25D9-D26701E757C4}"/>
              </a:ext>
            </a:extLst>
          </p:cNvPr>
          <p:cNvCxnSpPr>
            <a:cxnSpLocks/>
          </p:cNvCxnSpPr>
          <p:nvPr/>
        </p:nvCxnSpPr>
        <p:spPr>
          <a:xfrm>
            <a:off x="10344137" y="5118870"/>
            <a:ext cx="0" cy="93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F6E9DD-6DF9-5CB9-F3BC-296606E884AA}"/>
              </a:ext>
            </a:extLst>
          </p:cNvPr>
          <p:cNvCxnSpPr>
            <a:cxnSpLocks/>
          </p:cNvCxnSpPr>
          <p:nvPr/>
        </p:nvCxnSpPr>
        <p:spPr>
          <a:xfrm>
            <a:off x="5694678" y="4459655"/>
            <a:ext cx="0" cy="171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B015BC2-4019-9875-BFA8-99131000EB91}"/>
              </a:ext>
            </a:extLst>
          </p:cNvPr>
          <p:cNvCxnSpPr/>
          <p:nvPr/>
        </p:nvCxnSpPr>
        <p:spPr>
          <a:xfrm>
            <a:off x="5679440" y="2127010"/>
            <a:ext cx="0" cy="213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E375835-960E-B4A4-8959-84CBA43AC494}"/>
              </a:ext>
            </a:extLst>
          </p:cNvPr>
          <p:cNvCxnSpPr/>
          <p:nvPr/>
        </p:nvCxnSpPr>
        <p:spPr>
          <a:xfrm>
            <a:off x="10342873" y="2233690"/>
            <a:ext cx="0" cy="213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2B1C2C6-7C87-99D5-BB73-73A0B1680205}"/>
              </a:ext>
            </a:extLst>
          </p:cNvPr>
          <p:cNvSpPr/>
          <p:nvPr/>
        </p:nvSpPr>
        <p:spPr>
          <a:xfrm>
            <a:off x="2738127" y="102638"/>
            <a:ext cx="754759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Sequence Diagram – Prescription Review &amp; Approval (User Story 03.02)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27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8D4168-C4C3-42F8-BD65-6764A7B6925F}"/>
              </a:ext>
            </a:extLst>
          </p:cNvPr>
          <p:cNvSpPr/>
          <p:nvPr/>
        </p:nvSpPr>
        <p:spPr>
          <a:xfrm>
            <a:off x="1967696" y="277792"/>
            <a:ext cx="7893934" cy="717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Sequence Diagram – Enter Prescription (User Story 03.03)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7C527-FA3E-9AFB-DE2F-933F953E45C8}"/>
              </a:ext>
            </a:extLst>
          </p:cNvPr>
          <p:cNvSpPr txBox="1"/>
          <p:nvPr/>
        </p:nvSpPr>
        <p:spPr>
          <a:xfrm>
            <a:off x="1520142" y="1990846"/>
            <a:ext cx="94912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 Scenario:</a:t>
            </a:r>
          </a:p>
          <a:p>
            <a:r>
              <a:rPr lang="en-US" dirty="0"/>
              <a:t>1. Pharmacist enters prescription details.</a:t>
            </a:r>
          </a:p>
          <a:p>
            <a:r>
              <a:rPr lang="en-US" dirty="0"/>
              <a:t>2. System retrieves patient information.</a:t>
            </a:r>
          </a:p>
          <a:p>
            <a:r>
              <a:rPr lang="en-US" dirty="0"/>
              <a:t>3. System retrieves drug details.</a:t>
            </a:r>
          </a:p>
          <a:p>
            <a:r>
              <a:rPr lang="en-US" dirty="0"/>
              <a:t>4. System retrieves insurance information.</a:t>
            </a:r>
          </a:p>
          <a:p>
            <a:r>
              <a:rPr lang="en-US" dirty="0"/>
              <a:t>5. System validates prescription data.</a:t>
            </a:r>
          </a:p>
          <a:p>
            <a:r>
              <a:rPr lang="en-US" dirty="0"/>
              <a:t>6. System updates prescription details.</a:t>
            </a:r>
          </a:p>
          <a:p>
            <a:r>
              <a:rPr lang="en-US" dirty="0"/>
              <a:t>7. System saves prescription in database.</a:t>
            </a:r>
          </a:p>
          <a:p>
            <a:r>
              <a:rPr lang="en-US" dirty="0"/>
              <a:t>8. System returns success confirmation.</a:t>
            </a:r>
          </a:p>
        </p:txBody>
      </p:sp>
    </p:spTree>
    <p:extLst>
      <p:ext uri="{BB962C8B-B14F-4D97-AF65-F5344CB8AC3E}">
        <p14:creationId xmlns:p14="http://schemas.microsoft.com/office/powerpoint/2010/main" val="51998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4902A9-67C5-0A7B-5397-8E496FF0C171}"/>
              </a:ext>
            </a:extLst>
          </p:cNvPr>
          <p:cNvSpPr/>
          <p:nvPr/>
        </p:nvSpPr>
        <p:spPr>
          <a:xfrm>
            <a:off x="171839" y="635837"/>
            <a:ext cx="1604865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Pharmacist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93F99-6963-B186-D09B-75ABC0F33302}"/>
              </a:ext>
            </a:extLst>
          </p:cNvPr>
          <p:cNvSpPr/>
          <p:nvPr/>
        </p:nvSpPr>
        <p:spPr>
          <a:xfrm>
            <a:off x="2005305" y="668502"/>
            <a:ext cx="1604865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Prescription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EEF0F-56CC-D24A-2FA0-8DD5263BC084}"/>
              </a:ext>
            </a:extLst>
          </p:cNvPr>
          <p:cNvSpPr/>
          <p:nvPr/>
        </p:nvSpPr>
        <p:spPr>
          <a:xfrm>
            <a:off x="4189544" y="635837"/>
            <a:ext cx="1604865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Patient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34FA24-CD72-8718-6555-A241CFADA6C0}"/>
              </a:ext>
            </a:extLst>
          </p:cNvPr>
          <p:cNvSpPr/>
          <p:nvPr/>
        </p:nvSpPr>
        <p:spPr>
          <a:xfrm>
            <a:off x="6010415" y="666762"/>
            <a:ext cx="1604865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Drug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DFBA8C-1566-5D9E-995A-08B93F708E98}"/>
              </a:ext>
            </a:extLst>
          </p:cNvPr>
          <p:cNvSpPr/>
          <p:nvPr/>
        </p:nvSpPr>
        <p:spPr>
          <a:xfrm>
            <a:off x="8097964" y="666762"/>
            <a:ext cx="1604865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Insurance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30F9DC-3F0C-3E05-0887-DC4B9ED1E3F6}"/>
              </a:ext>
            </a:extLst>
          </p:cNvPr>
          <p:cNvSpPr/>
          <p:nvPr/>
        </p:nvSpPr>
        <p:spPr>
          <a:xfrm>
            <a:off x="10305752" y="668502"/>
            <a:ext cx="1604865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6C2F5-98D8-C15D-63D0-1D292F2B91B3}"/>
              </a:ext>
            </a:extLst>
          </p:cNvPr>
          <p:cNvSpPr/>
          <p:nvPr/>
        </p:nvSpPr>
        <p:spPr>
          <a:xfrm>
            <a:off x="653153" y="2095383"/>
            <a:ext cx="139949" cy="451030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327CC6-EC7B-53F0-7165-E95853586435}"/>
              </a:ext>
            </a:extLst>
          </p:cNvPr>
          <p:cNvSpPr/>
          <p:nvPr/>
        </p:nvSpPr>
        <p:spPr>
          <a:xfrm>
            <a:off x="2834949" y="2095383"/>
            <a:ext cx="92140" cy="46717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63BBC0-A413-6CF4-FF4D-0F8015863445}"/>
              </a:ext>
            </a:extLst>
          </p:cNvPr>
          <p:cNvCxnSpPr>
            <a:cxnSpLocks/>
          </p:cNvCxnSpPr>
          <p:nvPr/>
        </p:nvCxnSpPr>
        <p:spPr>
          <a:xfrm flipV="1">
            <a:off x="842862" y="3333582"/>
            <a:ext cx="1992086" cy="10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1CB1D2-6525-F596-46E1-EBB17958CF1E}"/>
              </a:ext>
            </a:extLst>
          </p:cNvPr>
          <p:cNvSpPr txBox="1"/>
          <p:nvPr/>
        </p:nvSpPr>
        <p:spPr>
          <a:xfrm>
            <a:off x="1001482" y="3060556"/>
            <a:ext cx="1833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enterPrescriptionDetails</a:t>
            </a:r>
            <a:r>
              <a:rPr lang="en-US" sz="1200" dirty="0"/>
              <a:t>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566B80-C1E4-F452-42F5-96082E7F9476}"/>
              </a:ext>
            </a:extLst>
          </p:cNvPr>
          <p:cNvSpPr/>
          <p:nvPr/>
        </p:nvSpPr>
        <p:spPr>
          <a:xfrm>
            <a:off x="5213464" y="3498954"/>
            <a:ext cx="90186" cy="95886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88449C8-C94A-607A-80BA-97B84CF6E2E1}"/>
              </a:ext>
            </a:extLst>
          </p:cNvPr>
          <p:cNvCxnSpPr>
            <a:cxnSpLocks/>
          </p:cNvCxnSpPr>
          <p:nvPr/>
        </p:nvCxnSpPr>
        <p:spPr>
          <a:xfrm>
            <a:off x="2927088" y="3863233"/>
            <a:ext cx="2286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AC630A-70D6-ECD4-120B-6E4974ACB7CA}"/>
              </a:ext>
            </a:extLst>
          </p:cNvPr>
          <p:cNvCxnSpPr>
            <a:cxnSpLocks/>
          </p:cNvCxnSpPr>
          <p:nvPr/>
        </p:nvCxnSpPr>
        <p:spPr>
          <a:xfrm flipH="1">
            <a:off x="2927088" y="4206064"/>
            <a:ext cx="2226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F4849FE-67EB-DCA6-D547-8463C882F169}"/>
              </a:ext>
            </a:extLst>
          </p:cNvPr>
          <p:cNvSpPr txBox="1"/>
          <p:nvPr/>
        </p:nvSpPr>
        <p:spPr>
          <a:xfrm>
            <a:off x="4008048" y="3181849"/>
            <a:ext cx="1685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getPatientById</a:t>
            </a:r>
            <a:r>
              <a:rPr lang="en-US" sz="1600" dirty="0"/>
              <a:t>()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4195E1-D878-4AF7-8758-43CDEA85DCB5}"/>
              </a:ext>
            </a:extLst>
          </p:cNvPr>
          <p:cNvSpPr txBox="1"/>
          <p:nvPr/>
        </p:nvSpPr>
        <p:spPr>
          <a:xfrm>
            <a:off x="3713584" y="3866980"/>
            <a:ext cx="1611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patientDetails</a:t>
            </a:r>
            <a:endParaRPr 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0298D9-572E-C07F-CECA-EFA17B4D4C28}"/>
              </a:ext>
            </a:extLst>
          </p:cNvPr>
          <p:cNvSpPr/>
          <p:nvPr/>
        </p:nvSpPr>
        <p:spPr>
          <a:xfrm>
            <a:off x="6774732" y="2095383"/>
            <a:ext cx="157880" cy="293600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13A0907-4362-B8B3-D4CC-EE4062E5972E}"/>
              </a:ext>
            </a:extLst>
          </p:cNvPr>
          <p:cNvCxnSpPr>
            <a:cxnSpLocks/>
          </p:cNvCxnSpPr>
          <p:nvPr/>
        </p:nvCxnSpPr>
        <p:spPr>
          <a:xfrm>
            <a:off x="2927088" y="3479736"/>
            <a:ext cx="3885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31B8359-98AC-3405-ECD0-094CEF140335}"/>
              </a:ext>
            </a:extLst>
          </p:cNvPr>
          <p:cNvCxnSpPr>
            <a:cxnSpLocks/>
          </p:cNvCxnSpPr>
          <p:nvPr/>
        </p:nvCxnSpPr>
        <p:spPr>
          <a:xfrm flipH="1">
            <a:off x="2927088" y="4726152"/>
            <a:ext cx="3932461" cy="27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F4C8EE5-F766-D07E-5C30-A834C9C9B765}"/>
              </a:ext>
            </a:extLst>
          </p:cNvPr>
          <p:cNvSpPr txBox="1"/>
          <p:nvPr/>
        </p:nvSpPr>
        <p:spPr>
          <a:xfrm>
            <a:off x="3374917" y="3567337"/>
            <a:ext cx="1656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getDrugByNDC</a:t>
            </a:r>
            <a:r>
              <a:rPr lang="en-US" sz="1600" dirty="0"/>
              <a:t>()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0DAA76-2A19-D14E-BDA6-65CBE4F0E328}"/>
              </a:ext>
            </a:extLst>
          </p:cNvPr>
          <p:cNvSpPr txBox="1"/>
          <p:nvPr/>
        </p:nvSpPr>
        <p:spPr>
          <a:xfrm>
            <a:off x="3977150" y="4378886"/>
            <a:ext cx="2603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drugDetails</a:t>
            </a:r>
            <a:endParaRPr lang="en-US" sz="16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688065-FBAD-6DEF-A5EF-1F2E799EA258}"/>
              </a:ext>
            </a:extLst>
          </p:cNvPr>
          <p:cNvSpPr/>
          <p:nvPr/>
        </p:nvSpPr>
        <p:spPr>
          <a:xfrm>
            <a:off x="8812332" y="2095383"/>
            <a:ext cx="139948" cy="397417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6297F0D-00CE-6D70-AEE3-58C6855434B4}"/>
              </a:ext>
            </a:extLst>
          </p:cNvPr>
          <p:cNvCxnSpPr>
            <a:cxnSpLocks/>
          </p:cNvCxnSpPr>
          <p:nvPr/>
        </p:nvCxnSpPr>
        <p:spPr>
          <a:xfrm flipV="1">
            <a:off x="2927088" y="5188798"/>
            <a:ext cx="5885244" cy="48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4181B8F-0708-CFA6-0DBD-391B1800D277}"/>
              </a:ext>
            </a:extLst>
          </p:cNvPr>
          <p:cNvCxnSpPr>
            <a:cxnSpLocks/>
          </p:cNvCxnSpPr>
          <p:nvPr/>
        </p:nvCxnSpPr>
        <p:spPr>
          <a:xfrm flipH="1" flipV="1">
            <a:off x="2927088" y="5645495"/>
            <a:ext cx="5885244" cy="9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FF7AA7C-2187-1958-5131-2CA50F171CC5}"/>
              </a:ext>
            </a:extLst>
          </p:cNvPr>
          <p:cNvSpPr txBox="1"/>
          <p:nvPr/>
        </p:nvSpPr>
        <p:spPr>
          <a:xfrm>
            <a:off x="3712001" y="4885180"/>
            <a:ext cx="261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getInsuranceByPatient</a:t>
            </a:r>
            <a:r>
              <a:rPr lang="en-US" sz="1600" dirty="0"/>
              <a:t>()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2EB528-7A2C-66FB-A400-624456BFAEAB}"/>
              </a:ext>
            </a:extLst>
          </p:cNvPr>
          <p:cNvSpPr txBox="1"/>
          <p:nvPr/>
        </p:nvSpPr>
        <p:spPr>
          <a:xfrm>
            <a:off x="4011124" y="5316563"/>
            <a:ext cx="2517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insuranceDetails</a:t>
            </a:r>
            <a:endParaRPr lang="en-US" sz="1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279FDA-2FB9-DAC8-523E-FF98D652C7C1}"/>
              </a:ext>
            </a:extLst>
          </p:cNvPr>
          <p:cNvSpPr/>
          <p:nvPr/>
        </p:nvSpPr>
        <p:spPr>
          <a:xfrm>
            <a:off x="11038375" y="2074243"/>
            <a:ext cx="121693" cy="46717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539ACFA-B351-BEEE-EC6F-AB90EAA2EA2E}"/>
              </a:ext>
            </a:extLst>
          </p:cNvPr>
          <p:cNvCxnSpPr>
            <a:cxnSpLocks/>
          </p:cNvCxnSpPr>
          <p:nvPr/>
        </p:nvCxnSpPr>
        <p:spPr>
          <a:xfrm>
            <a:off x="2927088" y="6123284"/>
            <a:ext cx="8129214" cy="19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F917DE9-ADA6-6108-8D14-4361A11A644B}"/>
              </a:ext>
            </a:extLst>
          </p:cNvPr>
          <p:cNvCxnSpPr>
            <a:cxnSpLocks/>
          </p:cNvCxnSpPr>
          <p:nvPr/>
        </p:nvCxnSpPr>
        <p:spPr>
          <a:xfrm flipH="1">
            <a:off x="2946535" y="6532207"/>
            <a:ext cx="8109767" cy="17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81C4117-ED51-F849-405A-43AFDE3C1FEA}"/>
              </a:ext>
            </a:extLst>
          </p:cNvPr>
          <p:cNvSpPr txBox="1"/>
          <p:nvPr/>
        </p:nvSpPr>
        <p:spPr>
          <a:xfrm>
            <a:off x="3914974" y="5796930"/>
            <a:ext cx="2873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updatePrescriptionDetails</a:t>
            </a:r>
            <a:r>
              <a:rPr lang="en-US" sz="1600" dirty="0"/>
              <a:t>()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90B86A-2AB5-79B3-C5DC-B3F115B7AAE5}"/>
              </a:ext>
            </a:extLst>
          </p:cNvPr>
          <p:cNvSpPr txBox="1"/>
          <p:nvPr/>
        </p:nvSpPr>
        <p:spPr>
          <a:xfrm>
            <a:off x="4302727" y="6271446"/>
            <a:ext cx="3629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success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F3C01A1-D6E6-ACC0-7FA5-895C40364AA6}"/>
              </a:ext>
            </a:extLst>
          </p:cNvPr>
          <p:cNvCxnSpPr>
            <a:cxnSpLocks/>
          </p:cNvCxnSpPr>
          <p:nvPr/>
        </p:nvCxnSpPr>
        <p:spPr>
          <a:xfrm flipH="1">
            <a:off x="793102" y="6171170"/>
            <a:ext cx="1726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C243B5F-3C6E-EB4E-A72C-6A5E66D94F59}"/>
              </a:ext>
            </a:extLst>
          </p:cNvPr>
          <p:cNvSpPr txBox="1"/>
          <p:nvPr/>
        </p:nvSpPr>
        <p:spPr>
          <a:xfrm>
            <a:off x="974272" y="5870773"/>
            <a:ext cx="1472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confirmation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3BB89FC-A5AD-D2B2-9542-F9700E57DE4A}"/>
              </a:ext>
            </a:extLst>
          </p:cNvPr>
          <p:cNvCxnSpPr/>
          <p:nvPr/>
        </p:nvCxnSpPr>
        <p:spPr>
          <a:xfrm>
            <a:off x="713854" y="1752704"/>
            <a:ext cx="0" cy="172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4514CA6-83E8-CA24-CA09-A1753E4DD4E6}"/>
              </a:ext>
            </a:extLst>
          </p:cNvPr>
          <p:cNvCxnSpPr/>
          <p:nvPr/>
        </p:nvCxnSpPr>
        <p:spPr>
          <a:xfrm>
            <a:off x="2877934" y="1752704"/>
            <a:ext cx="0" cy="172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ECD1FB6-58A2-AFCF-7168-FA90E93FE6FC}"/>
              </a:ext>
            </a:extLst>
          </p:cNvPr>
          <p:cNvCxnSpPr/>
          <p:nvPr/>
        </p:nvCxnSpPr>
        <p:spPr>
          <a:xfrm>
            <a:off x="5153132" y="1818744"/>
            <a:ext cx="0" cy="172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5708B38-32AF-C7C9-BBF0-D788470DA986}"/>
              </a:ext>
            </a:extLst>
          </p:cNvPr>
          <p:cNvCxnSpPr/>
          <p:nvPr/>
        </p:nvCxnSpPr>
        <p:spPr>
          <a:xfrm>
            <a:off x="6835787" y="1752704"/>
            <a:ext cx="0" cy="172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F1A77B9-B457-F9C5-4108-B5BB3687F97F}"/>
              </a:ext>
            </a:extLst>
          </p:cNvPr>
          <p:cNvCxnSpPr/>
          <p:nvPr/>
        </p:nvCxnSpPr>
        <p:spPr>
          <a:xfrm>
            <a:off x="8870302" y="1752704"/>
            <a:ext cx="0" cy="172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6085FED-BBD3-4144-4DA5-BE69059666E4}"/>
              </a:ext>
            </a:extLst>
          </p:cNvPr>
          <p:cNvCxnSpPr/>
          <p:nvPr/>
        </p:nvCxnSpPr>
        <p:spPr>
          <a:xfrm>
            <a:off x="11097190" y="1777469"/>
            <a:ext cx="0" cy="172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D8A9A29-D5C9-D107-EBCF-AB4DEF56F2C0}"/>
              </a:ext>
            </a:extLst>
          </p:cNvPr>
          <p:cNvSpPr/>
          <p:nvPr/>
        </p:nvSpPr>
        <p:spPr>
          <a:xfrm>
            <a:off x="2071396" y="130629"/>
            <a:ext cx="7800392" cy="362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Sequence Diagram – Enter Prescription (User Story 03.03)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40994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274331-80A3-7A99-E97C-8EB738346503}"/>
              </a:ext>
            </a:extLst>
          </p:cNvPr>
          <p:cNvSpPr/>
          <p:nvPr/>
        </p:nvSpPr>
        <p:spPr>
          <a:xfrm>
            <a:off x="2052320" y="325120"/>
            <a:ext cx="8138160" cy="782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Sequence Diagram – Add Drug Inventory (User Story 04.01)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647F1-D446-4792-6330-351EFD467053}"/>
              </a:ext>
            </a:extLst>
          </p:cNvPr>
          <p:cNvSpPr txBox="1"/>
          <p:nvPr/>
        </p:nvSpPr>
        <p:spPr>
          <a:xfrm>
            <a:off x="1188720" y="1910080"/>
            <a:ext cx="9895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 Scenario:</a:t>
            </a:r>
          </a:p>
          <a:p>
            <a:r>
              <a:rPr lang="en-US" dirty="0"/>
              <a:t>1. Pharmacist adds new drug inventory.</a:t>
            </a:r>
          </a:p>
          <a:p>
            <a:r>
              <a:rPr lang="en-US" dirty="0"/>
              <a:t>2. System retrieves drug details using NDC.</a:t>
            </a:r>
          </a:p>
          <a:p>
            <a:r>
              <a:rPr lang="en-US" dirty="0"/>
              <a:t>3. System validates drug and inventory information.</a:t>
            </a:r>
          </a:p>
          <a:p>
            <a:r>
              <a:rPr lang="en-US" dirty="0"/>
              <a:t>4. System records inventory and lot details.</a:t>
            </a:r>
          </a:p>
          <a:p>
            <a:r>
              <a:rPr lang="en-US" dirty="0"/>
              <a:t>5. System saves inventory in database.</a:t>
            </a:r>
          </a:p>
          <a:p>
            <a:r>
              <a:rPr lang="en-US" dirty="0"/>
              <a:t>6. System returns success confirmation.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02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13270C-3668-9E78-ABF2-BB8CEB58DA7E}"/>
              </a:ext>
            </a:extLst>
          </p:cNvPr>
          <p:cNvSpPr/>
          <p:nvPr/>
        </p:nvSpPr>
        <p:spPr>
          <a:xfrm>
            <a:off x="283672" y="964553"/>
            <a:ext cx="1921397" cy="79460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Pharmacist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532B5-A541-9FD6-21DB-A7349FA59AEB}"/>
              </a:ext>
            </a:extLst>
          </p:cNvPr>
          <p:cNvSpPr/>
          <p:nvPr/>
        </p:nvSpPr>
        <p:spPr>
          <a:xfrm>
            <a:off x="3125165" y="966269"/>
            <a:ext cx="1921397" cy="79460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InventoryLot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AD08D-564D-E86D-0E23-437FF2E13439}"/>
              </a:ext>
            </a:extLst>
          </p:cNvPr>
          <p:cNvSpPr/>
          <p:nvPr/>
        </p:nvSpPr>
        <p:spPr>
          <a:xfrm>
            <a:off x="6419112" y="994147"/>
            <a:ext cx="1921397" cy="7845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Drug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39B8DE-746F-9C24-68D1-E84C75AB42FA}"/>
              </a:ext>
            </a:extLst>
          </p:cNvPr>
          <p:cNvSpPr/>
          <p:nvPr/>
        </p:nvSpPr>
        <p:spPr>
          <a:xfrm>
            <a:off x="9321460" y="994147"/>
            <a:ext cx="1921397" cy="81796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B77EA2-2226-E635-CF86-A63972D3E1A5}"/>
              </a:ext>
            </a:extLst>
          </p:cNvPr>
          <p:cNvSpPr/>
          <p:nvPr/>
        </p:nvSpPr>
        <p:spPr>
          <a:xfrm>
            <a:off x="1170940" y="2378121"/>
            <a:ext cx="138949" cy="441300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4E64A0-C7D3-8DF9-E884-68DC9BB7CE8D}"/>
              </a:ext>
            </a:extLst>
          </p:cNvPr>
          <p:cNvSpPr/>
          <p:nvPr/>
        </p:nvSpPr>
        <p:spPr>
          <a:xfrm>
            <a:off x="4255619" y="2399878"/>
            <a:ext cx="155294" cy="441300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716FC9-1318-6876-EAF9-D6093831D282}"/>
              </a:ext>
            </a:extLst>
          </p:cNvPr>
          <p:cNvCxnSpPr/>
          <p:nvPr/>
        </p:nvCxnSpPr>
        <p:spPr>
          <a:xfrm>
            <a:off x="1320477" y="3091792"/>
            <a:ext cx="2951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D11910-A48A-D95F-C314-2C754B1DC988}"/>
              </a:ext>
            </a:extLst>
          </p:cNvPr>
          <p:cNvSpPr txBox="1"/>
          <p:nvPr/>
        </p:nvSpPr>
        <p:spPr>
          <a:xfrm>
            <a:off x="1706302" y="2722460"/>
            <a:ext cx="2210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addInventory</a:t>
            </a:r>
            <a:r>
              <a:rPr lang="en-US" dirty="0"/>
              <a:t>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54A103-CED7-C0AD-EF24-0A34B130D715}"/>
              </a:ext>
            </a:extLst>
          </p:cNvPr>
          <p:cNvSpPr/>
          <p:nvPr/>
        </p:nvSpPr>
        <p:spPr>
          <a:xfrm>
            <a:off x="7298782" y="2399879"/>
            <a:ext cx="149525" cy="283252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20660F-B52A-E44E-A866-ACCC8B1DF275}"/>
              </a:ext>
            </a:extLst>
          </p:cNvPr>
          <p:cNvCxnSpPr>
            <a:cxnSpLocks/>
          </p:cNvCxnSpPr>
          <p:nvPr/>
        </p:nvCxnSpPr>
        <p:spPr>
          <a:xfrm>
            <a:off x="4410913" y="3575758"/>
            <a:ext cx="2907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609C88-3213-2F3A-541E-7685BACA2A60}"/>
              </a:ext>
            </a:extLst>
          </p:cNvPr>
          <p:cNvCxnSpPr>
            <a:cxnSpLocks/>
          </p:cNvCxnSpPr>
          <p:nvPr/>
        </p:nvCxnSpPr>
        <p:spPr>
          <a:xfrm flipH="1">
            <a:off x="4398380" y="4137948"/>
            <a:ext cx="29071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69A308-31A5-1B7A-192A-85CB7F06EBE3}"/>
              </a:ext>
            </a:extLst>
          </p:cNvPr>
          <p:cNvSpPr txBox="1"/>
          <p:nvPr/>
        </p:nvSpPr>
        <p:spPr>
          <a:xfrm>
            <a:off x="4700280" y="3206426"/>
            <a:ext cx="223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getDrugByNDC</a:t>
            </a:r>
            <a:r>
              <a:rPr lang="en-US" dirty="0"/>
              <a:t>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3A9E8D-4732-9828-717A-CF19B39E3994}"/>
              </a:ext>
            </a:extLst>
          </p:cNvPr>
          <p:cNvSpPr txBox="1"/>
          <p:nvPr/>
        </p:nvSpPr>
        <p:spPr>
          <a:xfrm>
            <a:off x="4842585" y="3768616"/>
            <a:ext cx="1794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drugDetails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7565EF-7E2B-12F3-AE28-17A352D72C46}"/>
              </a:ext>
            </a:extLst>
          </p:cNvPr>
          <p:cNvCxnSpPr>
            <a:cxnSpLocks/>
          </p:cNvCxnSpPr>
          <p:nvPr/>
        </p:nvCxnSpPr>
        <p:spPr>
          <a:xfrm>
            <a:off x="4410913" y="5588523"/>
            <a:ext cx="5814332" cy="1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CE8D706-2ED9-E433-DDCF-1183311DED3F}"/>
              </a:ext>
            </a:extLst>
          </p:cNvPr>
          <p:cNvSpPr/>
          <p:nvPr/>
        </p:nvSpPr>
        <p:spPr>
          <a:xfrm>
            <a:off x="10212712" y="2399878"/>
            <a:ext cx="138896" cy="439632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987AC7-4163-C0D0-694B-DCF50EDA0E73}"/>
              </a:ext>
            </a:extLst>
          </p:cNvPr>
          <p:cNvSpPr txBox="1"/>
          <p:nvPr/>
        </p:nvSpPr>
        <p:spPr>
          <a:xfrm>
            <a:off x="4917314" y="5205979"/>
            <a:ext cx="235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addInventory</a:t>
            </a:r>
            <a:r>
              <a:rPr lang="en-US" dirty="0"/>
              <a:t>()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DAF0F5-D0B0-5115-372A-F32A9D080B0C}"/>
              </a:ext>
            </a:extLst>
          </p:cNvPr>
          <p:cNvCxnSpPr>
            <a:cxnSpLocks/>
          </p:cNvCxnSpPr>
          <p:nvPr/>
        </p:nvCxnSpPr>
        <p:spPr>
          <a:xfrm flipH="1" flipV="1">
            <a:off x="4410913" y="6059719"/>
            <a:ext cx="5814332" cy="16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5C1A917-1F30-FB6A-FD64-B3A2280D3515}"/>
              </a:ext>
            </a:extLst>
          </p:cNvPr>
          <p:cNvSpPr txBox="1"/>
          <p:nvPr/>
        </p:nvSpPr>
        <p:spPr>
          <a:xfrm>
            <a:off x="5043648" y="5707065"/>
            <a:ext cx="277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7F77CF-1C8B-1FDC-96C4-A8EB98522A7C}"/>
              </a:ext>
            </a:extLst>
          </p:cNvPr>
          <p:cNvCxnSpPr>
            <a:cxnSpLocks/>
          </p:cNvCxnSpPr>
          <p:nvPr/>
        </p:nvCxnSpPr>
        <p:spPr>
          <a:xfrm flipH="1" flipV="1">
            <a:off x="1320477" y="6429671"/>
            <a:ext cx="2907165" cy="16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DAFD41A-1CE8-AB67-0AE3-204C14DF9131}"/>
              </a:ext>
            </a:extLst>
          </p:cNvPr>
          <p:cNvSpPr txBox="1"/>
          <p:nvPr/>
        </p:nvSpPr>
        <p:spPr>
          <a:xfrm>
            <a:off x="1602613" y="6135670"/>
            <a:ext cx="2415245" cy="369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confirmation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33F934-5949-E8F6-3A4B-3F80886D080B}"/>
              </a:ext>
            </a:extLst>
          </p:cNvPr>
          <p:cNvCxnSpPr/>
          <p:nvPr/>
        </p:nvCxnSpPr>
        <p:spPr>
          <a:xfrm>
            <a:off x="1244371" y="1971040"/>
            <a:ext cx="0" cy="20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6A9BAF-3048-1A4F-32D3-1AF198F3EB4A}"/>
              </a:ext>
            </a:extLst>
          </p:cNvPr>
          <p:cNvCxnSpPr/>
          <p:nvPr/>
        </p:nvCxnSpPr>
        <p:spPr>
          <a:xfrm>
            <a:off x="10257456" y="1971040"/>
            <a:ext cx="0" cy="20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6BD216-9229-607D-1761-22754DF5AE5A}"/>
              </a:ext>
            </a:extLst>
          </p:cNvPr>
          <p:cNvCxnSpPr/>
          <p:nvPr/>
        </p:nvCxnSpPr>
        <p:spPr>
          <a:xfrm>
            <a:off x="7380427" y="1971040"/>
            <a:ext cx="0" cy="20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9357B8C-A13A-5170-D83A-79F6E4A0E98F}"/>
              </a:ext>
            </a:extLst>
          </p:cNvPr>
          <p:cNvCxnSpPr/>
          <p:nvPr/>
        </p:nvCxnSpPr>
        <p:spPr>
          <a:xfrm>
            <a:off x="4333266" y="1971040"/>
            <a:ext cx="0" cy="20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B726E67-3B6B-0E4B-E3B9-7D11880F1547}"/>
              </a:ext>
            </a:extLst>
          </p:cNvPr>
          <p:cNvSpPr/>
          <p:nvPr/>
        </p:nvSpPr>
        <p:spPr>
          <a:xfrm>
            <a:off x="2873829" y="158620"/>
            <a:ext cx="7212563" cy="375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Sequence Diagram – Add Drug Inventory (User Story 04.01)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944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2722EB-5DB6-F2AB-E1F4-04AAE2956725}"/>
              </a:ext>
            </a:extLst>
          </p:cNvPr>
          <p:cNvSpPr/>
          <p:nvPr/>
        </p:nvSpPr>
        <p:spPr>
          <a:xfrm>
            <a:off x="1757680" y="243840"/>
            <a:ext cx="7701280" cy="690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Sequence Diagram – Create Prescriber Profile (User Story 02.04)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22C93-3544-BB83-A9E0-EE539B444671}"/>
              </a:ext>
            </a:extLst>
          </p:cNvPr>
          <p:cNvSpPr txBox="1"/>
          <p:nvPr/>
        </p:nvSpPr>
        <p:spPr>
          <a:xfrm>
            <a:off x="1463040" y="1666240"/>
            <a:ext cx="87172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 Scenario:</a:t>
            </a:r>
          </a:p>
          <a:p>
            <a:r>
              <a:rPr lang="en-US" dirty="0"/>
              <a:t>1. Admin creates a new prescriber profile.</a:t>
            </a:r>
          </a:p>
          <a:p>
            <a:r>
              <a:rPr lang="en-US" dirty="0"/>
              <a:t>2. System validates prescriber details.</a:t>
            </a:r>
          </a:p>
          <a:p>
            <a:r>
              <a:rPr lang="en-US" dirty="0"/>
              <a:t>3. System processes prescriber information.</a:t>
            </a:r>
          </a:p>
          <a:p>
            <a:r>
              <a:rPr lang="en-US" dirty="0"/>
              <a:t>4. System saves prescriber profile in database.</a:t>
            </a:r>
          </a:p>
          <a:p>
            <a:r>
              <a:rPr lang="en-US" dirty="0"/>
              <a:t>5. System returns success confirmation.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82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275E8B-6067-1378-6C7D-C588E80B1524}"/>
              </a:ext>
            </a:extLst>
          </p:cNvPr>
          <p:cNvSpPr/>
          <p:nvPr/>
        </p:nvSpPr>
        <p:spPr>
          <a:xfrm>
            <a:off x="782319" y="1217414"/>
            <a:ext cx="2092960" cy="67234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Admin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AC0894-93C9-5C1E-8DE4-4C78554C2F8A}"/>
              </a:ext>
            </a:extLst>
          </p:cNvPr>
          <p:cNvSpPr/>
          <p:nvPr/>
        </p:nvSpPr>
        <p:spPr>
          <a:xfrm>
            <a:off x="5080000" y="1173667"/>
            <a:ext cx="2092960" cy="75177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Prescriber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257BC6-B4C9-4084-5664-88C436FFC725}"/>
              </a:ext>
            </a:extLst>
          </p:cNvPr>
          <p:cNvSpPr/>
          <p:nvPr/>
        </p:nvSpPr>
        <p:spPr>
          <a:xfrm>
            <a:off x="9499600" y="1267093"/>
            <a:ext cx="1788160" cy="71449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Database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F0AD39-9AB3-9FD9-4C78-7218F4EFE173}"/>
              </a:ext>
            </a:extLst>
          </p:cNvPr>
          <p:cNvSpPr/>
          <p:nvPr/>
        </p:nvSpPr>
        <p:spPr>
          <a:xfrm>
            <a:off x="1747520" y="2468885"/>
            <a:ext cx="121920" cy="35948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274655-0A07-FDB4-80EB-E7633E646680}"/>
              </a:ext>
            </a:extLst>
          </p:cNvPr>
          <p:cNvSpPr/>
          <p:nvPr/>
        </p:nvSpPr>
        <p:spPr>
          <a:xfrm>
            <a:off x="6065520" y="2468885"/>
            <a:ext cx="121920" cy="35948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DDCC1-2FAA-87F7-B10A-1C337BF21417}"/>
              </a:ext>
            </a:extLst>
          </p:cNvPr>
          <p:cNvSpPr/>
          <p:nvPr/>
        </p:nvSpPr>
        <p:spPr>
          <a:xfrm>
            <a:off x="10332719" y="2468885"/>
            <a:ext cx="132063" cy="35948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3BD96E-3937-78EB-6C46-39E669944792}"/>
              </a:ext>
            </a:extLst>
          </p:cNvPr>
          <p:cNvCxnSpPr>
            <a:cxnSpLocks/>
          </p:cNvCxnSpPr>
          <p:nvPr/>
        </p:nvCxnSpPr>
        <p:spPr>
          <a:xfrm>
            <a:off x="1910080" y="3901440"/>
            <a:ext cx="4155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BABA3D-31AD-7B7A-E420-881B95CA9AEE}"/>
              </a:ext>
            </a:extLst>
          </p:cNvPr>
          <p:cNvCxnSpPr>
            <a:cxnSpLocks/>
          </p:cNvCxnSpPr>
          <p:nvPr/>
        </p:nvCxnSpPr>
        <p:spPr>
          <a:xfrm>
            <a:off x="6187440" y="4287520"/>
            <a:ext cx="4155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07E0BC-8FB3-108E-F76F-0C6949E4753C}"/>
              </a:ext>
            </a:extLst>
          </p:cNvPr>
          <p:cNvCxnSpPr>
            <a:cxnSpLocks/>
          </p:cNvCxnSpPr>
          <p:nvPr/>
        </p:nvCxnSpPr>
        <p:spPr>
          <a:xfrm flipH="1">
            <a:off x="6187440" y="5110480"/>
            <a:ext cx="4135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845042-EF22-EF81-EA70-71FF7F0F56A6}"/>
              </a:ext>
            </a:extLst>
          </p:cNvPr>
          <p:cNvCxnSpPr>
            <a:cxnSpLocks/>
          </p:cNvCxnSpPr>
          <p:nvPr/>
        </p:nvCxnSpPr>
        <p:spPr>
          <a:xfrm flipH="1">
            <a:off x="1910080" y="5913120"/>
            <a:ext cx="4135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00A7273-3051-A9FA-1399-C63D5949B698}"/>
              </a:ext>
            </a:extLst>
          </p:cNvPr>
          <p:cNvSpPr txBox="1"/>
          <p:nvPr/>
        </p:nvSpPr>
        <p:spPr>
          <a:xfrm>
            <a:off x="2392680" y="3515360"/>
            <a:ext cx="293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createPrescriberProfile</a:t>
            </a:r>
            <a:r>
              <a:rPr lang="en-US" dirty="0"/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84D9EE-010A-9962-BFE9-B8180F3927C6}"/>
              </a:ext>
            </a:extLst>
          </p:cNvPr>
          <p:cNvSpPr txBox="1"/>
          <p:nvPr/>
        </p:nvSpPr>
        <p:spPr>
          <a:xfrm>
            <a:off x="6703060" y="390144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savePrescriber</a:t>
            </a:r>
            <a:r>
              <a:rPr lang="en-US" dirty="0"/>
              <a:t>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370D45-0301-441B-FC1F-33FF4564778D}"/>
              </a:ext>
            </a:extLst>
          </p:cNvPr>
          <p:cNvSpPr txBox="1"/>
          <p:nvPr/>
        </p:nvSpPr>
        <p:spPr>
          <a:xfrm>
            <a:off x="6858000" y="4746367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ED7E25-E750-E118-CCAE-319261DC80F6}"/>
              </a:ext>
            </a:extLst>
          </p:cNvPr>
          <p:cNvSpPr txBox="1"/>
          <p:nvPr/>
        </p:nvSpPr>
        <p:spPr>
          <a:xfrm>
            <a:off x="2385060" y="5582920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confirmation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3828AEB-5825-D0DD-2A3E-B170B30B2A20}"/>
              </a:ext>
            </a:extLst>
          </p:cNvPr>
          <p:cNvCxnSpPr>
            <a:cxnSpLocks/>
          </p:cNvCxnSpPr>
          <p:nvPr/>
        </p:nvCxnSpPr>
        <p:spPr>
          <a:xfrm>
            <a:off x="1788160" y="2180182"/>
            <a:ext cx="0" cy="100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109025-D8C0-79B0-2357-239F7E04534C}"/>
              </a:ext>
            </a:extLst>
          </p:cNvPr>
          <p:cNvCxnSpPr>
            <a:cxnSpLocks/>
          </p:cNvCxnSpPr>
          <p:nvPr/>
        </p:nvCxnSpPr>
        <p:spPr>
          <a:xfrm>
            <a:off x="6167120" y="2180182"/>
            <a:ext cx="0" cy="100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F1525D-CAFB-69D8-53F9-96798756E9DC}"/>
              </a:ext>
            </a:extLst>
          </p:cNvPr>
          <p:cNvCxnSpPr>
            <a:cxnSpLocks/>
          </p:cNvCxnSpPr>
          <p:nvPr/>
        </p:nvCxnSpPr>
        <p:spPr>
          <a:xfrm>
            <a:off x="10424160" y="2230551"/>
            <a:ext cx="0" cy="100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95D5185-AF62-EC97-C6F9-E8D1E2976DE4}"/>
              </a:ext>
            </a:extLst>
          </p:cNvPr>
          <p:cNvSpPr/>
          <p:nvPr/>
        </p:nvSpPr>
        <p:spPr>
          <a:xfrm>
            <a:off x="1910080" y="261257"/>
            <a:ext cx="8250957" cy="453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Sequence Diagram – Create Prescriber Profile (User Story 02.04)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33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0486FA-7572-88C2-7EE4-15A9CADC7ABA}"/>
              </a:ext>
            </a:extLst>
          </p:cNvPr>
          <p:cNvSpPr/>
          <p:nvPr/>
        </p:nvSpPr>
        <p:spPr>
          <a:xfrm>
            <a:off x="2129742" y="185195"/>
            <a:ext cx="8079129" cy="798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Sequence Diagram – Fetch/Update Insurance Information (User Story 02.05)</a:t>
            </a:r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ED136-8596-0112-5CB1-D3C65B791D97}"/>
              </a:ext>
            </a:extLst>
          </p:cNvPr>
          <p:cNvSpPr txBox="1"/>
          <p:nvPr/>
        </p:nvSpPr>
        <p:spPr>
          <a:xfrm>
            <a:off x="1620456" y="1724628"/>
            <a:ext cx="90745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 Scenario:</a:t>
            </a:r>
          </a:p>
          <a:p>
            <a:r>
              <a:rPr lang="en-US" dirty="0"/>
              <a:t>1. User requests insurance information.</a:t>
            </a:r>
          </a:p>
          <a:p>
            <a:r>
              <a:rPr lang="en-US" dirty="0"/>
              <a:t>2. System retrieves insurance details from database.</a:t>
            </a:r>
          </a:p>
          <a:p>
            <a:r>
              <a:rPr lang="en-US" dirty="0"/>
              <a:t>3. System displays insurance information to the user.</a:t>
            </a:r>
          </a:p>
          <a:p>
            <a:r>
              <a:rPr lang="en-US" dirty="0"/>
              <a:t>4. User updates insurance information.</a:t>
            </a:r>
          </a:p>
          <a:p>
            <a:r>
              <a:rPr lang="en-US" dirty="0"/>
              <a:t>5. System validates updated insurance details.</a:t>
            </a:r>
          </a:p>
          <a:p>
            <a:r>
              <a:rPr lang="en-US" dirty="0"/>
              <a:t>6. System saves updated information in database.</a:t>
            </a:r>
          </a:p>
          <a:p>
            <a:r>
              <a:rPr lang="en-US" dirty="0"/>
              <a:t>7. System returns success confirmation.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96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2D001F-EACC-F46B-6ECC-5BF68A1CD8BD}"/>
              </a:ext>
            </a:extLst>
          </p:cNvPr>
          <p:cNvSpPr/>
          <p:nvPr/>
        </p:nvSpPr>
        <p:spPr>
          <a:xfrm>
            <a:off x="632460" y="1126266"/>
            <a:ext cx="1617980" cy="4774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User </a:t>
            </a:r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38431-F2A3-C3B5-DA8C-AA47DA3C9364}"/>
              </a:ext>
            </a:extLst>
          </p:cNvPr>
          <p:cNvSpPr/>
          <p:nvPr/>
        </p:nvSpPr>
        <p:spPr>
          <a:xfrm>
            <a:off x="4764654" y="1156746"/>
            <a:ext cx="2362200" cy="4165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Insurance </a:t>
            </a:r>
            <a:endParaRPr lang="en-US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6D21A-32D7-0464-A200-D9B424D91BCB}"/>
              </a:ext>
            </a:extLst>
          </p:cNvPr>
          <p:cNvSpPr/>
          <p:nvPr/>
        </p:nvSpPr>
        <p:spPr>
          <a:xfrm>
            <a:off x="9245600" y="1095785"/>
            <a:ext cx="1718310" cy="47749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Database</a:t>
            </a:r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9B4C5F-FBF2-A8D9-5387-0D1A197080F5}"/>
              </a:ext>
            </a:extLst>
          </p:cNvPr>
          <p:cNvSpPr/>
          <p:nvPr/>
        </p:nvSpPr>
        <p:spPr>
          <a:xfrm>
            <a:off x="1191260" y="2129745"/>
            <a:ext cx="187960" cy="457591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8A4EC6-5659-993D-4065-26BC0B5C7F23}"/>
              </a:ext>
            </a:extLst>
          </p:cNvPr>
          <p:cNvSpPr/>
          <p:nvPr/>
        </p:nvSpPr>
        <p:spPr>
          <a:xfrm>
            <a:off x="5930900" y="2129745"/>
            <a:ext cx="165100" cy="457591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157D35-5163-A332-B0AB-7FF794211B7B}"/>
              </a:ext>
            </a:extLst>
          </p:cNvPr>
          <p:cNvSpPr/>
          <p:nvPr/>
        </p:nvSpPr>
        <p:spPr>
          <a:xfrm>
            <a:off x="10167620" y="2129745"/>
            <a:ext cx="165100" cy="453012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449444-3E79-84CE-EE30-CFAAA6A13F9D}"/>
              </a:ext>
            </a:extLst>
          </p:cNvPr>
          <p:cNvCxnSpPr/>
          <p:nvPr/>
        </p:nvCxnSpPr>
        <p:spPr>
          <a:xfrm>
            <a:off x="1441450" y="2953397"/>
            <a:ext cx="4447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D60224D-D55C-CB0A-5361-C1C620C928A9}"/>
              </a:ext>
            </a:extLst>
          </p:cNvPr>
          <p:cNvSpPr txBox="1"/>
          <p:nvPr/>
        </p:nvSpPr>
        <p:spPr>
          <a:xfrm>
            <a:off x="2250440" y="2584065"/>
            <a:ext cx="263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getInsurance</a:t>
            </a:r>
            <a:r>
              <a:rPr lang="en-US" dirty="0"/>
              <a:t>()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59BDC8-77E6-DC11-8FA9-4B45D3B56AC1}"/>
              </a:ext>
            </a:extLst>
          </p:cNvPr>
          <p:cNvCxnSpPr/>
          <p:nvPr/>
        </p:nvCxnSpPr>
        <p:spPr>
          <a:xfrm>
            <a:off x="6096000" y="3443515"/>
            <a:ext cx="4071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ED7572-9F7E-975C-53AF-5C02E69338CB}"/>
              </a:ext>
            </a:extLst>
          </p:cNvPr>
          <p:cNvSpPr txBox="1"/>
          <p:nvPr/>
        </p:nvSpPr>
        <p:spPr>
          <a:xfrm>
            <a:off x="6780530" y="3076256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fetchInsurance</a:t>
            </a:r>
            <a:r>
              <a:rPr lang="en-US" dirty="0"/>
              <a:t>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71AC0E-8DE0-B0E2-3ABE-0D4A47D684E4}"/>
              </a:ext>
            </a:extLst>
          </p:cNvPr>
          <p:cNvCxnSpPr>
            <a:cxnSpLocks/>
          </p:cNvCxnSpPr>
          <p:nvPr/>
        </p:nvCxnSpPr>
        <p:spPr>
          <a:xfrm flipH="1">
            <a:off x="6096000" y="4120365"/>
            <a:ext cx="4071620" cy="30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E9A4AB3-4923-88FC-0FB7-78216A4F63E7}"/>
              </a:ext>
            </a:extLst>
          </p:cNvPr>
          <p:cNvSpPr txBox="1"/>
          <p:nvPr/>
        </p:nvSpPr>
        <p:spPr>
          <a:xfrm>
            <a:off x="6685280" y="3758497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insuranceDetails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92A939-8832-9E0D-5D2B-F0A1089A3ED1}"/>
              </a:ext>
            </a:extLst>
          </p:cNvPr>
          <p:cNvCxnSpPr/>
          <p:nvPr/>
        </p:nvCxnSpPr>
        <p:spPr>
          <a:xfrm>
            <a:off x="1483360" y="4771675"/>
            <a:ext cx="4447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04D814B-36E9-0996-6D6E-DCEF1F77D47D}"/>
              </a:ext>
            </a:extLst>
          </p:cNvPr>
          <p:cNvSpPr txBox="1"/>
          <p:nvPr/>
        </p:nvSpPr>
        <p:spPr>
          <a:xfrm>
            <a:off x="2250440" y="4302483"/>
            <a:ext cx="270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updateInsurance</a:t>
            </a:r>
            <a:r>
              <a:rPr lang="en-US" dirty="0"/>
              <a:t>()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2AB97E-D531-2E4B-F925-165757236826}"/>
              </a:ext>
            </a:extLst>
          </p:cNvPr>
          <p:cNvCxnSpPr/>
          <p:nvPr/>
        </p:nvCxnSpPr>
        <p:spPr>
          <a:xfrm>
            <a:off x="6096000" y="5323914"/>
            <a:ext cx="4071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A6E3EF-D178-ECC5-8B9C-037D7877FD97}"/>
              </a:ext>
            </a:extLst>
          </p:cNvPr>
          <p:cNvCxnSpPr/>
          <p:nvPr/>
        </p:nvCxnSpPr>
        <p:spPr>
          <a:xfrm flipH="1">
            <a:off x="6126480" y="5975902"/>
            <a:ext cx="40106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6923B66-34EB-0C1F-61B5-46D604489CA0}"/>
              </a:ext>
            </a:extLst>
          </p:cNvPr>
          <p:cNvCxnSpPr>
            <a:cxnSpLocks/>
          </p:cNvCxnSpPr>
          <p:nvPr/>
        </p:nvCxnSpPr>
        <p:spPr>
          <a:xfrm flipH="1">
            <a:off x="1441450" y="6379865"/>
            <a:ext cx="4447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A6AD25A-72B3-9D0F-DB00-BA75E849EBEF}"/>
              </a:ext>
            </a:extLst>
          </p:cNvPr>
          <p:cNvSpPr txBox="1"/>
          <p:nvPr/>
        </p:nvSpPr>
        <p:spPr>
          <a:xfrm>
            <a:off x="6685280" y="4954582"/>
            <a:ext cx="290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updateInsurance</a:t>
            </a:r>
            <a:r>
              <a:rPr lang="en-US" dirty="0"/>
              <a:t>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062D8-5EFA-7519-348F-CDE7E389608C}"/>
              </a:ext>
            </a:extLst>
          </p:cNvPr>
          <p:cNvSpPr txBox="1"/>
          <p:nvPr/>
        </p:nvSpPr>
        <p:spPr>
          <a:xfrm>
            <a:off x="6926580" y="5606570"/>
            <a:ext cx="230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3A88FF-BDA4-3637-029B-B5E8F524CE63}"/>
              </a:ext>
            </a:extLst>
          </p:cNvPr>
          <p:cNvSpPr txBox="1"/>
          <p:nvPr/>
        </p:nvSpPr>
        <p:spPr>
          <a:xfrm>
            <a:off x="2250440" y="6020900"/>
            <a:ext cx="263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confirmation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319F25-9F92-219B-12C5-4D0614A6C514}"/>
              </a:ext>
            </a:extLst>
          </p:cNvPr>
          <p:cNvCxnSpPr/>
          <p:nvPr/>
        </p:nvCxnSpPr>
        <p:spPr>
          <a:xfrm>
            <a:off x="1273215" y="1817225"/>
            <a:ext cx="0" cy="196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DDED6B4-E0E1-0123-3033-D3C40BA69778}"/>
              </a:ext>
            </a:extLst>
          </p:cNvPr>
          <p:cNvCxnSpPr/>
          <p:nvPr/>
        </p:nvCxnSpPr>
        <p:spPr>
          <a:xfrm>
            <a:off x="6022340" y="1772855"/>
            <a:ext cx="0" cy="196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6C9C2-CF7D-051F-4E2F-B1B7F482A80D}"/>
              </a:ext>
            </a:extLst>
          </p:cNvPr>
          <p:cNvCxnSpPr/>
          <p:nvPr/>
        </p:nvCxnSpPr>
        <p:spPr>
          <a:xfrm>
            <a:off x="10254655" y="1718840"/>
            <a:ext cx="0" cy="196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A2045BE-56A9-DC5F-2F03-FEBB79842058}"/>
              </a:ext>
            </a:extLst>
          </p:cNvPr>
          <p:cNvSpPr/>
          <p:nvPr/>
        </p:nvSpPr>
        <p:spPr>
          <a:xfrm>
            <a:off x="2332653" y="84996"/>
            <a:ext cx="7804487" cy="583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Sequence Diagram – Fetch/Update Insurance Information (User Story 02.05)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42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76561C-AC49-DC6D-A382-0D304A6ED11D}"/>
              </a:ext>
            </a:extLst>
          </p:cNvPr>
          <p:cNvSpPr/>
          <p:nvPr/>
        </p:nvSpPr>
        <p:spPr>
          <a:xfrm>
            <a:off x="1903445" y="149290"/>
            <a:ext cx="8061649" cy="765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Sequence Diagram – View/Update Stock (User Story 04.02)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6F11-87BB-B108-5869-27B38533F7DF}"/>
              </a:ext>
            </a:extLst>
          </p:cNvPr>
          <p:cNvSpPr txBox="1"/>
          <p:nvPr/>
        </p:nvSpPr>
        <p:spPr>
          <a:xfrm>
            <a:off x="695130" y="1848205"/>
            <a:ext cx="104782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 Scenario:</a:t>
            </a:r>
          </a:p>
          <a:p>
            <a:r>
              <a:rPr lang="en-US" dirty="0"/>
              <a:t>1. Pharmacist requests to view stock information.</a:t>
            </a:r>
          </a:p>
          <a:p>
            <a:r>
              <a:rPr lang="en-US" dirty="0"/>
              <a:t>2. System retrieves stock details from database.</a:t>
            </a:r>
          </a:p>
          <a:p>
            <a:r>
              <a:rPr lang="en-US" dirty="0"/>
              <a:t>3. System displays stock information to pharmacist.</a:t>
            </a:r>
          </a:p>
          <a:p>
            <a:r>
              <a:rPr lang="en-US" dirty="0"/>
              <a:t>4. Pharmacist updates stock levels.</a:t>
            </a:r>
          </a:p>
          <a:p>
            <a:r>
              <a:rPr lang="en-US" dirty="0"/>
              <a:t>5. System validates updated stock information.</a:t>
            </a:r>
          </a:p>
          <a:p>
            <a:r>
              <a:rPr lang="en-US" dirty="0"/>
              <a:t>6. System updates stock data in database.</a:t>
            </a:r>
          </a:p>
          <a:p>
            <a:r>
              <a:rPr lang="en-US" dirty="0"/>
              <a:t>7. System returns success confirmation.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33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153AF0-0414-66BD-6038-3242583080CA}"/>
              </a:ext>
            </a:extLst>
          </p:cNvPr>
          <p:cNvSpPr/>
          <p:nvPr/>
        </p:nvSpPr>
        <p:spPr>
          <a:xfrm>
            <a:off x="654595" y="903294"/>
            <a:ext cx="1953936" cy="57011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Pharmacist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61FDB1-C892-7C80-F0E9-676403287910}"/>
              </a:ext>
            </a:extLst>
          </p:cNvPr>
          <p:cNvSpPr/>
          <p:nvPr/>
        </p:nvSpPr>
        <p:spPr>
          <a:xfrm>
            <a:off x="4830676" y="903294"/>
            <a:ext cx="2204848" cy="5701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InventoryLot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194B0-F504-6F36-E47B-C2399DE8F73B}"/>
              </a:ext>
            </a:extLst>
          </p:cNvPr>
          <p:cNvSpPr/>
          <p:nvPr/>
        </p:nvSpPr>
        <p:spPr>
          <a:xfrm>
            <a:off x="9135126" y="931457"/>
            <a:ext cx="1679615" cy="5137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C9E78-3510-24A3-FE14-059ABDC92DBB}"/>
              </a:ext>
            </a:extLst>
          </p:cNvPr>
          <p:cNvSpPr/>
          <p:nvPr/>
        </p:nvSpPr>
        <p:spPr>
          <a:xfrm>
            <a:off x="1325076" y="1987424"/>
            <a:ext cx="134184" cy="46911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68556-7458-C5D9-E6E1-51D1400925F5}"/>
              </a:ext>
            </a:extLst>
          </p:cNvPr>
          <p:cNvSpPr/>
          <p:nvPr/>
        </p:nvSpPr>
        <p:spPr>
          <a:xfrm>
            <a:off x="5933100" y="1987425"/>
            <a:ext cx="90623" cy="46911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79E84D-A128-9871-9858-E1032A3D9F89}"/>
              </a:ext>
            </a:extLst>
          </p:cNvPr>
          <p:cNvSpPr/>
          <p:nvPr/>
        </p:nvSpPr>
        <p:spPr>
          <a:xfrm>
            <a:off x="10265799" y="1875483"/>
            <a:ext cx="114987" cy="480310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EDF4FD-4F08-991D-B1A2-C39EC0FDD634}"/>
              </a:ext>
            </a:extLst>
          </p:cNvPr>
          <p:cNvCxnSpPr>
            <a:cxnSpLocks/>
          </p:cNvCxnSpPr>
          <p:nvPr/>
        </p:nvCxnSpPr>
        <p:spPr>
          <a:xfrm>
            <a:off x="1459260" y="2825457"/>
            <a:ext cx="4473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C40227-567D-8598-F684-DE8CABCE76B2}"/>
              </a:ext>
            </a:extLst>
          </p:cNvPr>
          <p:cNvSpPr txBox="1"/>
          <p:nvPr/>
        </p:nvSpPr>
        <p:spPr>
          <a:xfrm>
            <a:off x="2374738" y="2430646"/>
            <a:ext cx="282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viewStock</a:t>
            </a:r>
            <a:r>
              <a:rPr lang="en-US" dirty="0"/>
              <a:t>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EDB507-2C39-2EE8-7377-3CBB5D00585A}"/>
              </a:ext>
            </a:extLst>
          </p:cNvPr>
          <p:cNvCxnSpPr>
            <a:cxnSpLocks/>
          </p:cNvCxnSpPr>
          <p:nvPr/>
        </p:nvCxnSpPr>
        <p:spPr>
          <a:xfrm>
            <a:off x="6006315" y="3228203"/>
            <a:ext cx="4259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E6793F8-6E35-11FF-5FD9-288B471D507B}"/>
              </a:ext>
            </a:extLst>
          </p:cNvPr>
          <p:cNvSpPr txBox="1"/>
          <p:nvPr/>
        </p:nvSpPr>
        <p:spPr>
          <a:xfrm>
            <a:off x="6647725" y="2858874"/>
            <a:ext cx="2963119" cy="3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getStock</a:t>
            </a:r>
            <a:r>
              <a:rPr lang="en-US" dirty="0"/>
              <a:t>()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253D70-2A63-BA16-8448-A89BC5D05BA4}"/>
              </a:ext>
            </a:extLst>
          </p:cNvPr>
          <p:cNvCxnSpPr/>
          <p:nvPr/>
        </p:nvCxnSpPr>
        <p:spPr>
          <a:xfrm flipH="1">
            <a:off x="6053558" y="3820089"/>
            <a:ext cx="4151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66F674E-7BB9-A6C1-E3F1-565CFE9C0772}"/>
              </a:ext>
            </a:extLst>
          </p:cNvPr>
          <p:cNvSpPr txBox="1"/>
          <p:nvPr/>
        </p:nvSpPr>
        <p:spPr>
          <a:xfrm>
            <a:off x="6521466" y="3450757"/>
            <a:ext cx="2673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stockDetails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921A25-A726-E2C0-137A-C51A8DC18E07}"/>
              </a:ext>
            </a:extLst>
          </p:cNvPr>
          <p:cNvCxnSpPr>
            <a:cxnSpLocks/>
          </p:cNvCxnSpPr>
          <p:nvPr/>
        </p:nvCxnSpPr>
        <p:spPr>
          <a:xfrm>
            <a:off x="1493133" y="4201005"/>
            <a:ext cx="4439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0EC9DBF-17D8-D0A3-4372-805909F229D4}"/>
              </a:ext>
            </a:extLst>
          </p:cNvPr>
          <p:cNvSpPr txBox="1"/>
          <p:nvPr/>
        </p:nvSpPr>
        <p:spPr>
          <a:xfrm>
            <a:off x="2245775" y="3830617"/>
            <a:ext cx="2900809" cy="370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updateStock</a:t>
            </a:r>
            <a:r>
              <a:rPr lang="en-US" dirty="0"/>
              <a:t>()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C81520-8EEA-7341-8CB0-833601893888}"/>
              </a:ext>
            </a:extLst>
          </p:cNvPr>
          <p:cNvCxnSpPr/>
          <p:nvPr/>
        </p:nvCxnSpPr>
        <p:spPr>
          <a:xfrm>
            <a:off x="6023723" y="4556756"/>
            <a:ext cx="4259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CA0ACA1-0D8E-F10B-A881-B9AF87C91D07}"/>
              </a:ext>
            </a:extLst>
          </p:cNvPr>
          <p:cNvSpPr txBox="1"/>
          <p:nvPr/>
        </p:nvSpPr>
        <p:spPr>
          <a:xfrm>
            <a:off x="6521466" y="4190222"/>
            <a:ext cx="2553568" cy="366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updateStock</a:t>
            </a:r>
            <a:r>
              <a:rPr lang="en-US" dirty="0"/>
              <a:t>()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09EF35B-57B4-06E2-DCD4-275E5366EB6C}"/>
              </a:ext>
            </a:extLst>
          </p:cNvPr>
          <p:cNvCxnSpPr/>
          <p:nvPr/>
        </p:nvCxnSpPr>
        <p:spPr>
          <a:xfrm flipH="1">
            <a:off x="6023723" y="5328213"/>
            <a:ext cx="4151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4EDACF6-3208-9045-C8E3-8C89BB1434FC}"/>
              </a:ext>
            </a:extLst>
          </p:cNvPr>
          <p:cNvSpPr txBox="1"/>
          <p:nvPr/>
        </p:nvSpPr>
        <p:spPr>
          <a:xfrm>
            <a:off x="6641650" y="4768730"/>
            <a:ext cx="255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19AFD88-7DB8-4CCA-4169-DE45515F1D71}"/>
              </a:ext>
            </a:extLst>
          </p:cNvPr>
          <p:cNvCxnSpPr>
            <a:cxnSpLocks/>
          </p:cNvCxnSpPr>
          <p:nvPr/>
        </p:nvCxnSpPr>
        <p:spPr>
          <a:xfrm flipH="1">
            <a:off x="1514216" y="6043978"/>
            <a:ext cx="44188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9444E02-756B-FD70-AC3E-664C2082A34F}"/>
              </a:ext>
            </a:extLst>
          </p:cNvPr>
          <p:cNvSpPr txBox="1"/>
          <p:nvPr/>
        </p:nvSpPr>
        <p:spPr>
          <a:xfrm>
            <a:off x="2127675" y="5674646"/>
            <a:ext cx="290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confirmation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4A54C3-2835-2FAC-4848-21EFFDDBFB81}"/>
              </a:ext>
            </a:extLst>
          </p:cNvPr>
          <p:cNvCxnSpPr/>
          <p:nvPr/>
        </p:nvCxnSpPr>
        <p:spPr>
          <a:xfrm>
            <a:off x="1387980" y="1623557"/>
            <a:ext cx="0" cy="251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1C8CA-1DBC-56BC-0A45-9F06CE754843}"/>
              </a:ext>
            </a:extLst>
          </p:cNvPr>
          <p:cNvCxnSpPr/>
          <p:nvPr/>
        </p:nvCxnSpPr>
        <p:spPr>
          <a:xfrm>
            <a:off x="5979960" y="1623557"/>
            <a:ext cx="0" cy="251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DFE7744-1DEE-4DAB-AE3D-1526CA4A4ED1}"/>
              </a:ext>
            </a:extLst>
          </p:cNvPr>
          <p:cNvCxnSpPr/>
          <p:nvPr/>
        </p:nvCxnSpPr>
        <p:spPr>
          <a:xfrm>
            <a:off x="10323700" y="1560523"/>
            <a:ext cx="0" cy="251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8D95625-D788-F12A-F3C2-C7CF894F387A}"/>
              </a:ext>
            </a:extLst>
          </p:cNvPr>
          <p:cNvSpPr/>
          <p:nvPr/>
        </p:nvSpPr>
        <p:spPr>
          <a:xfrm>
            <a:off x="2976465" y="177282"/>
            <a:ext cx="6098569" cy="369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Sequence Diagram – View/Update Stock (User Story 04.02)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837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5ACA24-AA43-20CD-A87B-0EF09524CD2E}"/>
              </a:ext>
            </a:extLst>
          </p:cNvPr>
          <p:cNvSpPr/>
          <p:nvPr/>
        </p:nvSpPr>
        <p:spPr>
          <a:xfrm>
            <a:off x="1879600" y="213360"/>
            <a:ext cx="8727440" cy="853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Sequence Diagram – Track Expiration Date (User Story 04.04)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10A8C-A934-2B01-48A6-EB6C8A7EB3AB}"/>
              </a:ext>
            </a:extLst>
          </p:cNvPr>
          <p:cNvSpPr txBox="1"/>
          <p:nvPr/>
        </p:nvSpPr>
        <p:spPr>
          <a:xfrm>
            <a:off x="731520" y="2214880"/>
            <a:ext cx="11023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 Scenario:</a:t>
            </a:r>
          </a:p>
          <a:p>
            <a:r>
              <a:rPr lang="en-US" dirty="0"/>
              <a:t>1. Pharmacist requests to track drug expiration dates.</a:t>
            </a:r>
          </a:p>
          <a:p>
            <a:r>
              <a:rPr lang="en-US" dirty="0"/>
              <a:t>2. System retrieves expiration details from database.</a:t>
            </a:r>
          </a:p>
          <a:p>
            <a:r>
              <a:rPr lang="en-US" dirty="0"/>
              <a:t>3. System analyzes expiration information.</a:t>
            </a:r>
          </a:p>
          <a:p>
            <a:r>
              <a:rPr lang="en-US" dirty="0"/>
              <a:t>4. System displays expiration status to pharmacist.</a:t>
            </a:r>
          </a:p>
          <a:p>
            <a:r>
              <a:rPr lang="en-US" dirty="0"/>
              <a:t>5. System alerts pharmacist if any drugs are near expiration.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308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9B47EF-3035-8FD9-EF90-3B85CF5BBCF7}"/>
              </a:ext>
            </a:extLst>
          </p:cNvPr>
          <p:cNvSpPr/>
          <p:nvPr/>
        </p:nvSpPr>
        <p:spPr>
          <a:xfrm>
            <a:off x="1238690" y="849024"/>
            <a:ext cx="1805369" cy="52704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Pharmacist </a:t>
            </a:r>
            <a:endParaRPr lang="en-US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CDD07D-CDFE-F08C-208B-9A8969C6964E}"/>
              </a:ext>
            </a:extLst>
          </p:cNvPr>
          <p:cNvSpPr/>
          <p:nvPr/>
        </p:nvSpPr>
        <p:spPr>
          <a:xfrm>
            <a:off x="5198706" y="874869"/>
            <a:ext cx="1567542" cy="47535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InventoryLot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B0367-9A4D-DA45-DDDC-24999D782A3F}"/>
              </a:ext>
            </a:extLst>
          </p:cNvPr>
          <p:cNvSpPr/>
          <p:nvPr/>
        </p:nvSpPr>
        <p:spPr>
          <a:xfrm>
            <a:off x="9500636" y="874869"/>
            <a:ext cx="1160106" cy="47535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6E6283-13D6-02E8-3AD4-76687E3B908C}"/>
              </a:ext>
            </a:extLst>
          </p:cNvPr>
          <p:cNvSpPr/>
          <p:nvPr/>
        </p:nvSpPr>
        <p:spPr>
          <a:xfrm>
            <a:off x="1771264" y="2062480"/>
            <a:ext cx="152397" cy="430488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A699E9-E1F5-92D7-F7D7-F310ED8CB93D}"/>
              </a:ext>
            </a:extLst>
          </p:cNvPr>
          <p:cNvSpPr/>
          <p:nvPr/>
        </p:nvSpPr>
        <p:spPr>
          <a:xfrm>
            <a:off x="6113106" y="2062480"/>
            <a:ext cx="153956" cy="430488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8EFD16-6865-7AC6-BD7F-839110469997}"/>
              </a:ext>
            </a:extLst>
          </p:cNvPr>
          <p:cNvSpPr/>
          <p:nvPr/>
        </p:nvSpPr>
        <p:spPr>
          <a:xfrm>
            <a:off x="10232572" y="2062480"/>
            <a:ext cx="93306" cy="43048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023D95-07CA-8EBE-6EB8-63F19D3AC785}"/>
              </a:ext>
            </a:extLst>
          </p:cNvPr>
          <p:cNvCxnSpPr>
            <a:cxnSpLocks/>
          </p:cNvCxnSpPr>
          <p:nvPr/>
        </p:nvCxnSpPr>
        <p:spPr>
          <a:xfrm>
            <a:off x="1923661" y="3321697"/>
            <a:ext cx="41723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CB2739-87A6-3BEA-DE0C-94192E4B2AA5}"/>
              </a:ext>
            </a:extLst>
          </p:cNvPr>
          <p:cNvSpPr txBox="1"/>
          <p:nvPr/>
        </p:nvSpPr>
        <p:spPr>
          <a:xfrm>
            <a:off x="2942875" y="2926518"/>
            <a:ext cx="279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trackExpiration</a:t>
            </a:r>
            <a:r>
              <a:rPr lang="en-US" dirty="0"/>
              <a:t>()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7C48C0-34B0-581C-491F-DE0CEA46FD70}"/>
              </a:ext>
            </a:extLst>
          </p:cNvPr>
          <p:cNvCxnSpPr/>
          <p:nvPr/>
        </p:nvCxnSpPr>
        <p:spPr>
          <a:xfrm>
            <a:off x="6287277" y="4025019"/>
            <a:ext cx="3925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0E50EF-DF06-C0D9-4660-C275A35102AD}"/>
              </a:ext>
            </a:extLst>
          </p:cNvPr>
          <p:cNvSpPr txBox="1"/>
          <p:nvPr/>
        </p:nvSpPr>
        <p:spPr>
          <a:xfrm>
            <a:off x="6736701" y="3570643"/>
            <a:ext cx="3446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getExpirationDetails</a:t>
            </a:r>
            <a:r>
              <a:rPr lang="en-US" dirty="0"/>
              <a:t>()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562ACF-823D-5E11-AC38-D1700231C3C0}"/>
              </a:ext>
            </a:extLst>
          </p:cNvPr>
          <p:cNvCxnSpPr/>
          <p:nvPr/>
        </p:nvCxnSpPr>
        <p:spPr>
          <a:xfrm flipH="1">
            <a:off x="6316824" y="4867484"/>
            <a:ext cx="38659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D9C6EF4-CC76-122C-0A21-2319F63DA3F1}"/>
              </a:ext>
            </a:extLst>
          </p:cNvPr>
          <p:cNvSpPr txBox="1"/>
          <p:nvPr/>
        </p:nvSpPr>
        <p:spPr>
          <a:xfrm>
            <a:off x="6873552" y="4377957"/>
            <a:ext cx="2752530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expirationDetails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1EBED0-A5B6-BB20-F240-2A74DB9AFA0E}"/>
              </a:ext>
            </a:extLst>
          </p:cNvPr>
          <p:cNvCxnSpPr>
            <a:cxnSpLocks/>
          </p:cNvCxnSpPr>
          <p:nvPr/>
        </p:nvCxnSpPr>
        <p:spPr>
          <a:xfrm flipH="1">
            <a:off x="1923661" y="5389984"/>
            <a:ext cx="41723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F842BA8-A67C-54F9-F64F-4CC076C0D9BE}"/>
              </a:ext>
            </a:extLst>
          </p:cNvPr>
          <p:cNvSpPr txBox="1"/>
          <p:nvPr/>
        </p:nvSpPr>
        <p:spPr>
          <a:xfrm>
            <a:off x="2946920" y="4934358"/>
            <a:ext cx="269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expirationStatus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DA63FE-DCDF-A564-D907-FCCE69EECD5B}"/>
              </a:ext>
            </a:extLst>
          </p:cNvPr>
          <p:cNvCxnSpPr/>
          <p:nvPr/>
        </p:nvCxnSpPr>
        <p:spPr>
          <a:xfrm>
            <a:off x="1826260" y="1551940"/>
            <a:ext cx="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D64955-9EB0-BB28-FC15-09D86AC344CE}"/>
              </a:ext>
            </a:extLst>
          </p:cNvPr>
          <p:cNvCxnSpPr/>
          <p:nvPr/>
        </p:nvCxnSpPr>
        <p:spPr>
          <a:xfrm>
            <a:off x="10271605" y="1551940"/>
            <a:ext cx="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687B423-9D12-FD1B-642D-0C7840EA36B8}"/>
              </a:ext>
            </a:extLst>
          </p:cNvPr>
          <p:cNvCxnSpPr/>
          <p:nvPr/>
        </p:nvCxnSpPr>
        <p:spPr>
          <a:xfrm>
            <a:off x="6190084" y="1551940"/>
            <a:ext cx="0" cy="32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7459F36-884D-9E5B-3AE1-0182B4729EAA}"/>
              </a:ext>
            </a:extLst>
          </p:cNvPr>
          <p:cNvSpPr/>
          <p:nvPr/>
        </p:nvSpPr>
        <p:spPr>
          <a:xfrm>
            <a:off x="3044059" y="111967"/>
            <a:ext cx="6314545" cy="378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Sequence Diagram – Track Expiration Date (User Story 04.04)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080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6691EF-4A86-5B2A-03E4-0D77709CD84A}"/>
              </a:ext>
            </a:extLst>
          </p:cNvPr>
          <p:cNvSpPr/>
          <p:nvPr/>
        </p:nvSpPr>
        <p:spPr>
          <a:xfrm>
            <a:off x="2313992" y="158620"/>
            <a:ext cx="7221894" cy="877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Sequence Diagram – Generate Low Stock Alert (User Story 04.05)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56D00-D19B-4FB4-771E-53B2B34384FD}"/>
              </a:ext>
            </a:extLst>
          </p:cNvPr>
          <p:cNvSpPr txBox="1"/>
          <p:nvPr/>
        </p:nvSpPr>
        <p:spPr>
          <a:xfrm>
            <a:off x="819538" y="2248677"/>
            <a:ext cx="105529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 Scenario:</a:t>
            </a:r>
          </a:p>
          <a:p>
            <a:r>
              <a:rPr lang="en-US" dirty="0"/>
              <a:t>1. System checks inventory stock levels.</a:t>
            </a:r>
          </a:p>
          <a:p>
            <a:r>
              <a:rPr lang="en-US" dirty="0"/>
              <a:t>2. System retrieves stock data from database.</a:t>
            </a:r>
          </a:p>
          <a:p>
            <a:r>
              <a:rPr lang="en-US" dirty="0"/>
              <a:t>3. System identifies items with low stock.</a:t>
            </a:r>
          </a:p>
          <a:p>
            <a:r>
              <a:rPr lang="en-US" dirty="0"/>
              <a:t>4. System generates low stock alerts.</a:t>
            </a:r>
          </a:p>
          <a:p>
            <a:r>
              <a:rPr lang="en-US" dirty="0"/>
              <a:t>5. System notifies pharmacist about low stock items.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882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72DF1C-6B13-FC73-8E1E-DCBFA667F17F}"/>
              </a:ext>
            </a:extLst>
          </p:cNvPr>
          <p:cNvSpPr/>
          <p:nvPr/>
        </p:nvSpPr>
        <p:spPr>
          <a:xfrm>
            <a:off x="5060853" y="873892"/>
            <a:ext cx="2052615" cy="87696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InventoryLot</a:t>
            </a:r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916338-F420-DBB3-2CA6-594AEDBAC549}"/>
              </a:ext>
            </a:extLst>
          </p:cNvPr>
          <p:cNvSpPr/>
          <p:nvPr/>
        </p:nvSpPr>
        <p:spPr>
          <a:xfrm>
            <a:off x="736763" y="869942"/>
            <a:ext cx="2322025" cy="8809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Pharmacist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A1D526-E1AC-050E-1748-5C9966E451A6}"/>
              </a:ext>
            </a:extLst>
          </p:cNvPr>
          <p:cNvSpPr/>
          <p:nvPr/>
        </p:nvSpPr>
        <p:spPr>
          <a:xfrm>
            <a:off x="9115533" y="869941"/>
            <a:ext cx="1854547" cy="88091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Database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491998-D227-9038-5CBD-7E93A760A5C8}"/>
              </a:ext>
            </a:extLst>
          </p:cNvPr>
          <p:cNvSpPr/>
          <p:nvPr/>
        </p:nvSpPr>
        <p:spPr>
          <a:xfrm>
            <a:off x="1738605" y="2500605"/>
            <a:ext cx="97870" cy="426508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D90245-4EBF-3A16-5793-BEB62382A3F0}"/>
              </a:ext>
            </a:extLst>
          </p:cNvPr>
          <p:cNvSpPr/>
          <p:nvPr/>
        </p:nvSpPr>
        <p:spPr>
          <a:xfrm>
            <a:off x="6076563" y="2500605"/>
            <a:ext cx="136844" cy="428820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370850-F54B-5BB1-2F61-D6B59A4EE4F9}"/>
              </a:ext>
            </a:extLst>
          </p:cNvPr>
          <p:cNvSpPr/>
          <p:nvPr/>
        </p:nvSpPr>
        <p:spPr>
          <a:xfrm>
            <a:off x="10154818" y="2388640"/>
            <a:ext cx="135341" cy="440019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5EAF76-7049-2854-B379-69C0280D0CBC}"/>
              </a:ext>
            </a:extLst>
          </p:cNvPr>
          <p:cNvCxnSpPr/>
          <p:nvPr/>
        </p:nvCxnSpPr>
        <p:spPr>
          <a:xfrm>
            <a:off x="1847461" y="3441629"/>
            <a:ext cx="4208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09A7C7-5246-8FDC-AFE8-F4CBB6F5008A}"/>
              </a:ext>
            </a:extLst>
          </p:cNvPr>
          <p:cNvSpPr txBox="1"/>
          <p:nvPr/>
        </p:nvSpPr>
        <p:spPr>
          <a:xfrm>
            <a:off x="2475718" y="3035194"/>
            <a:ext cx="259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requestStockCheck</a:t>
            </a:r>
            <a:r>
              <a:rPr lang="en-US" dirty="0"/>
              <a:t>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7CA326-A515-F3B2-23FA-B948CBAD216B}"/>
              </a:ext>
            </a:extLst>
          </p:cNvPr>
          <p:cNvCxnSpPr/>
          <p:nvPr/>
        </p:nvCxnSpPr>
        <p:spPr>
          <a:xfrm flipH="1">
            <a:off x="1847461" y="6175198"/>
            <a:ext cx="4208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57428ED-40DA-82F6-906E-65BFD7F8777C}"/>
              </a:ext>
            </a:extLst>
          </p:cNvPr>
          <p:cNvSpPr txBox="1"/>
          <p:nvPr/>
        </p:nvSpPr>
        <p:spPr>
          <a:xfrm>
            <a:off x="2551046" y="5803392"/>
            <a:ext cx="249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notifyLowStock</a:t>
            </a:r>
            <a:r>
              <a:rPr lang="en-US" dirty="0"/>
              <a:t>()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94F6BB-CBAB-4F77-1ED6-6566A21F42D0}"/>
              </a:ext>
            </a:extLst>
          </p:cNvPr>
          <p:cNvCxnSpPr>
            <a:cxnSpLocks/>
          </p:cNvCxnSpPr>
          <p:nvPr/>
        </p:nvCxnSpPr>
        <p:spPr>
          <a:xfrm>
            <a:off x="6288832" y="4024556"/>
            <a:ext cx="3844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9235A07-F6EB-F9EB-AA38-62F47D71B063}"/>
              </a:ext>
            </a:extLst>
          </p:cNvPr>
          <p:cNvSpPr txBox="1"/>
          <p:nvPr/>
        </p:nvSpPr>
        <p:spPr>
          <a:xfrm>
            <a:off x="6583912" y="3629033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checkStockLevels</a:t>
            </a:r>
            <a:r>
              <a:rPr lang="en-US" dirty="0"/>
              <a:t>()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90EF7B-41E7-AE56-DF88-C08174CD0576}"/>
              </a:ext>
            </a:extLst>
          </p:cNvPr>
          <p:cNvCxnSpPr>
            <a:cxnSpLocks/>
          </p:cNvCxnSpPr>
          <p:nvPr/>
        </p:nvCxnSpPr>
        <p:spPr>
          <a:xfrm flipH="1">
            <a:off x="6213407" y="5350239"/>
            <a:ext cx="3920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A7B2D5-B797-79C4-CE72-56CFA5E88081}"/>
              </a:ext>
            </a:extLst>
          </p:cNvPr>
          <p:cNvSpPr txBox="1"/>
          <p:nvPr/>
        </p:nvSpPr>
        <p:spPr>
          <a:xfrm>
            <a:off x="6797040" y="4862893"/>
            <a:ext cx="241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stockData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1B8AE3E-9602-2B56-22B0-158F6A737E55}"/>
              </a:ext>
            </a:extLst>
          </p:cNvPr>
          <p:cNvCxnSpPr>
            <a:cxnSpLocks/>
          </p:cNvCxnSpPr>
          <p:nvPr/>
        </p:nvCxnSpPr>
        <p:spPr>
          <a:xfrm flipH="1">
            <a:off x="1793033" y="2023084"/>
            <a:ext cx="5493" cy="281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805E14-A273-51A2-326A-32B356834DD3}"/>
              </a:ext>
            </a:extLst>
          </p:cNvPr>
          <p:cNvCxnSpPr>
            <a:cxnSpLocks/>
          </p:cNvCxnSpPr>
          <p:nvPr/>
        </p:nvCxnSpPr>
        <p:spPr>
          <a:xfrm flipH="1">
            <a:off x="10209247" y="1882294"/>
            <a:ext cx="5493" cy="281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27CE998-040A-EC21-036D-ACBB30AA0DFC}"/>
              </a:ext>
            </a:extLst>
          </p:cNvPr>
          <p:cNvCxnSpPr>
            <a:cxnSpLocks/>
          </p:cNvCxnSpPr>
          <p:nvPr/>
        </p:nvCxnSpPr>
        <p:spPr>
          <a:xfrm flipH="1">
            <a:off x="6189353" y="2023083"/>
            <a:ext cx="5493" cy="281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A5A88FB-1748-5028-7764-761D85E953F7}"/>
              </a:ext>
            </a:extLst>
          </p:cNvPr>
          <p:cNvSpPr/>
          <p:nvPr/>
        </p:nvSpPr>
        <p:spPr>
          <a:xfrm>
            <a:off x="2551046" y="93306"/>
            <a:ext cx="723326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Sequence Diagram – Generate Low Stock Alert (User Story 04.05)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0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831</Words>
  <Application>Microsoft Office PowerPoint</Application>
  <PresentationFormat>Widescreen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Patel, Janvi D.</cp:lastModifiedBy>
  <cp:revision>14</cp:revision>
  <dcterms:created xsi:type="dcterms:W3CDTF">2026-04-11T03:57:48Z</dcterms:created>
  <dcterms:modified xsi:type="dcterms:W3CDTF">2026-04-13T23:37:38Z</dcterms:modified>
</cp:coreProperties>
</file>